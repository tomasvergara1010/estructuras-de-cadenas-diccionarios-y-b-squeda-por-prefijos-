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Play"/>
      <p:regular r:id="rId19"/>
      <p:bold r:id="rId20"/>
    </p:embeddedFont>
    <p:embeddedFont>
      <p:font typeface="Arial Black"/>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bold.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ArialBlack-regular.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lay-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C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h61b3c62b8b4d3797_1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h61b3c62b8b4d3797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9.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 Id="rId3" Type="http://schemas.openxmlformats.org/officeDocument/2006/relationships/image" Target="../media/image2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 Id="rId3" Type="http://schemas.openxmlformats.org/officeDocument/2006/relationships/image" Target="../media/image26.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 Id="rId3" Type="http://schemas.openxmlformats.org/officeDocument/2006/relationships/image" Target="../media/image2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 Id="rId3" Type="http://schemas.openxmlformats.org/officeDocument/2006/relationships/image" Target="../media/image1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jpg"/><Relationship Id="rId3" Type="http://schemas.openxmlformats.org/officeDocument/2006/relationships/image" Target="../media/image16.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jpg"/><Relationship Id="rId3" Type="http://schemas.openxmlformats.org/officeDocument/2006/relationships/image" Target="../media/image15.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8.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pic>
        <p:nvPicPr>
          <p:cNvPr id="12" name="Google Shape;12;p2"/>
          <p:cNvPicPr preferRelativeResize="0"/>
          <p:nvPr/>
        </p:nvPicPr>
        <p:blipFill rotWithShape="1">
          <a:blip r:embed="rId3">
            <a:alphaModFix/>
          </a:blip>
          <a:srcRect b="0" l="0" r="0" t="0"/>
          <a:stretch/>
        </p:blipFill>
        <p:spPr>
          <a:xfrm>
            <a:off x="0" y="12560"/>
            <a:ext cx="12192000" cy="6832879"/>
          </a:xfrm>
          <a:prstGeom prst="rect">
            <a:avLst/>
          </a:prstGeom>
          <a:noFill/>
          <a:ln>
            <a:noFill/>
          </a:ln>
        </p:spPr>
      </p:pic>
      <p:sp>
        <p:nvSpPr>
          <p:cNvPr id="13" name="Google Shape;13;p2"/>
          <p:cNvSpPr txBox="1"/>
          <p:nvPr>
            <p:ph type="ctrTitle"/>
          </p:nvPr>
        </p:nvSpPr>
        <p:spPr>
          <a:xfrm>
            <a:off x="1524000" y="2618694"/>
            <a:ext cx="9144000" cy="1176066"/>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chemeClr val="lt1"/>
              </a:buClr>
              <a:buSzPts val="4000"/>
              <a:buFont typeface="Arial Black"/>
              <a:buNone/>
              <a:defRPr b="1" i="0" sz="4000" u="none" cap="none" strike="noStrike">
                <a:solidFill>
                  <a:schemeClr val="lt1"/>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
          <p:cNvSpPr txBox="1"/>
          <p:nvPr>
            <p:ph idx="1" type="subTitle"/>
          </p:nvPr>
        </p:nvSpPr>
        <p:spPr>
          <a:xfrm>
            <a:off x="1524000" y="3967798"/>
            <a:ext cx="9144000" cy="891585"/>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lt1"/>
              </a:buClr>
              <a:buSzPts val="2400"/>
              <a:buFont typeface="Arial"/>
              <a:buNone/>
              <a:defRPr b="1" i="0" sz="2400" u="none" cap="none" strike="noStrike">
                <a:solidFill>
                  <a:schemeClr val="lt1"/>
                </a:solidFill>
                <a:latin typeface="Arial"/>
                <a:ea typeface="Arial"/>
                <a:cs typeface="Arial"/>
                <a:sym typeface="Arial"/>
              </a:defRPr>
            </a:lvl1pPr>
            <a:lvl2pPr lvl="1" marR="0" rtl="0" algn="ctr">
              <a:lnSpc>
                <a:spcPct val="90000"/>
              </a:lnSpc>
              <a:spcBef>
                <a:spcPts val="500"/>
              </a:spcBef>
              <a:spcAft>
                <a:spcPts val="0"/>
              </a:spcAft>
              <a:buClr>
                <a:srgbClr val="595959"/>
              </a:buClr>
              <a:buSzPts val="2000"/>
              <a:buFont typeface="Arial"/>
              <a:buNone/>
              <a:defRPr b="0" i="0" sz="2000" u="none" cap="none" strike="noStrike">
                <a:solidFill>
                  <a:srgbClr val="595959"/>
                </a:solidFill>
                <a:latin typeface="Arial"/>
                <a:ea typeface="Arial"/>
                <a:cs typeface="Arial"/>
                <a:sym typeface="Arial"/>
              </a:defRPr>
            </a:lvl2pPr>
            <a:lvl3pPr lvl="2" marR="0" rtl="0" algn="ctr">
              <a:lnSpc>
                <a:spcPct val="90000"/>
              </a:lnSpc>
              <a:spcBef>
                <a:spcPts val="500"/>
              </a:spcBef>
              <a:spcAft>
                <a:spcPts val="0"/>
              </a:spcAft>
              <a:buClr>
                <a:srgbClr val="595959"/>
              </a:buClr>
              <a:buSzPts val="1800"/>
              <a:buFont typeface="Arial"/>
              <a:buNone/>
              <a:defRPr b="0" i="0" sz="1800" u="none" cap="none" strike="noStrike">
                <a:solidFill>
                  <a:srgbClr val="595959"/>
                </a:solidFill>
                <a:latin typeface="Arial"/>
                <a:ea typeface="Arial"/>
                <a:cs typeface="Arial"/>
                <a:sym typeface="Arial"/>
              </a:defRPr>
            </a:lvl3pPr>
            <a:lvl4pPr lvl="3" marR="0" rtl="0" algn="ctr">
              <a:lnSpc>
                <a:spcPct val="90000"/>
              </a:lnSpc>
              <a:spcBef>
                <a:spcPts val="500"/>
              </a:spcBef>
              <a:spcAft>
                <a:spcPts val="0"/>
              </a:spcAft>
              <a:buClr>
                <a:srgbClr val="595959"/>
              </a:buClr>
              <a:buSzPts val="1600"/>
              <a:buFont typeface="Arial"/>
              <a:buNone/>
              <a:defRPr b="0" i="0" sz="1600" u="none" cap="none" strike="noStrike">
                <a:solidFill>
                  <a:srgbClr val="595959"/>
                </a:solidFill>
                <a:latin typeface="Arial"/>
                <a:ea typeface="Arial"/>
                <a:cs typeface="Arial"/>
                <a:sym typeface="Arial"/>
              </a:defRPr>
            </a:lvl4pPr>
            <a:lvl5pPr lvl="4" marR="0" rtl="0" algn="ctr">
              <a:lnSpc>
                <a:spcPct val="90000"/>
              </a:lnSpc>
              <a:spcBef>
                <a:spcPts val="500"/>
              </a:spcBef>
              <a:spcAft>
                <a:spcPts val="0"/>
              </a:spcAft>
              <a:buClr>
                <a:srgbClr val="595959"/>
              </a:buClr>
              <a:buSzPts val="1600"/>
              <a:buFont typeface="Arial"/>
              <a:buNone/>
              <a:defRPr b="0" i="0" sz="1600" u="none" cap="none" strike="noStrike">
                <a:solidFill>
                  <a:srgbClr val="595959"/>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azul" type="blank">
  <p:cSld name="BLANK">
    <p:spTree>
      <p:nvGrpSpPr>
        <p:cNvPr id="15"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b="0" l="0" r="0" t="0"/>
          <a:stretch/>
        </p:blipFill>
        <p:spPr>
          <a:xfrm>
            <a:off x="-19050" y="1884"/>
            <a:ext cx="12230100" cy="685423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p:cSld name="Imagen con título">
    <p:bg>
      <p:bgPr>
        <a:blipFill>
          <a:blip r:embed="rId2">
            <a:alphaModFix/>
          </a:blip>
          <a:stretch>
            <a:fillRect/>
          </a:stretch>
        </a:blipFill>
      </p:bgPr>
    </p:bg>
    <p:spTree>
      <p:nvGrpSpPr>
        <p:cNvPr id="17" name="Shape 17"/>
        <p:cNvGrpSpPr/>
        <p:nvPr/>
      </p:nvGrpSpPr>
      <p:grpSpPr>
        <a:xfrm>
          <a:off x="0" y="0"/>
          <a:ext cx="0" cy="0"/>
          <a:chOff x="0" y="0"/>
          <a:chExt cx="0" cy="0"/>
        </a:xfrm>
      </p:grpSpPr>
      <p:pic>
        <p:nvPicPr>
          <p:cNvPr id="18" name="Google Shape;18;p4"/>
          <p:cNvPicPr preferRelativeResize="0"/>
          <p:nvPr/>
        </p:nvPicPr>
        <p:blipFill rotWithShape="1">
          <a:blip r:embed="rId3">
            <a:alphaModFix/>
          </a:blip>
          <a:srcRect b="0" l="0" r="0" t="0"/>
          <a:stretch/>
        </p:blipFill>
        <p:spPr>
          <a:xfrm>
            <a:off x="0" y="12560"/>
            <a:ext cx="12192000" cy="6832879"/>
          </a:xfrm>
          <a:prstGeom prst="rect">
            <a:avLst/>
          </a:prstGeom>
          <a:noFill/>
          <a:ln>
            <a:noFill/>
          </a:ln>
        </p:spPr>
      </p:pic>
      <p:sp>
        <p:nvSpPr>
          <p:cNvPr id="19" name="Google Shape;19;p4"/>
          <p:cNvSpPr txBox="1"/>
          <p:nvPr>
            <p:ph type="title"/>
          </p:nvPr>
        </p:nvSpPr>
        <p:spPr>
          <a:xfrm>
            <a:off x="334690" y="4191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200"/>
              <a:buFont typeface="Arial"/>
              <a:buNone/>
              <a:defRPr b="1" i="0" sz="32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 name="Google Shape;20;p4"/>
          <p:cNvSpPr txBox="1"/>
          <p:nvPr>
            <p:ph idx="1" type="body"/>
          </p:nvPr>
        </p:nvSpPr>
        <p:spPr>
          <a:xfrm>
            <a:off x="334691" y="2286000"/>
            <a:ext cx="3932237" cy="41529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rgbClr val="595959"/>
              </a:buClr>
              <a:buSzPts val="1400"/>
              <a:buFont typeface="Arial"/>
              <a:buNone/>
              <a:defRPr b="0" i="0" sz="1400" u="none" cap="none" strike="noStrike">
                <a:solidFill>
                  <a:srgbClr val="595959"/>
                </a:solidFill>
                <a:latin typeface="Arial"/>
                <a:ea typeface="Arial"/>
                <a:cs typeface="Arial"/>
                <a:sym typeface="Arial"/>
              </a:defRPr>
            </a:lvl2pPr>
            <a:lvl3pPr indent="-228600" lvl="2" marL="1371600" marR="0" rtl="0" algn="l">
              <a:lnSpc>
                <a:spcPct val="90000"/>
              </a:lnSpc>
              <a:spcBef>
                <a:spcPts val="500"/>
              </a:spcBef>
              <a:spcAft>
                <a:spcPts val="0"/>
              </a:spcAft>
              <a:buClr>
                <a:srgbClr val="595959"/>
              </a:buClr>
              <a:buSzPts val="1200"/>
              <a:buFont typeface="Arial"/>
              <a:buNone/>
              <a:defRPr b="0" i="0" sz="1200" u="none" cap="none" strike="noStrike">
                <a:solidFill>
                  <a:srgbClr val="595959"/>
                </a:solidFill>
                <a:latin typeface="Arial"/>
                <a:ea typeface="Arial"/>
                <a:cs typeface="Arial"/>
                <a:sym typeface="Arial"/>
              </a:defRPr>
            </a:lvl3pPr>
            <a:lvl4pPr indent="-228600" lvl="3" marL="1828800" marR="0" rtl="0" algn="l">
              <a:lnSpc>
                <a:spcPct val="90000"/>
              </a:lnSpc>
              <a:spcBef>
                <a:spcPts val="50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228600" lvl="4" marL="2286000" marR="0" rtl="0" algn="l">
              <a:lnSpc>
                <a:spcPct val="90000"/>
              </a:lnSpc>
              <a:spcBef>
                <a:spcPts val="50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p:txBody>
      </p:sp>
      <p:sp>
        <p:nvSpPr>
          <p:cNvPr id="21" name="Google Shape;21;p4"/>
          <p:cNvSpPr txBox="1"/>
          <p:nvPr>
            <p:ph idx="2" type="body"/>
          </p:nvPr>
        </p:nvSpPr>
        <p:spPr>
          <a:xfrm>
            <a:off x="4838974" y="857250"/>
            <a:ext cx="6876776" cy="5581650"/>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1pPr>
            <a:lvl2pPr indent="-368300" lvl="1" marL="9144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2pPr>
            <a:lvl3pPr indent="-368300" lvl="2" marL="13716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3pPr>
            <a:lvl4pPr indent="-368300" lvl="3" marL="18288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4pPr>
            <a:lvl5pPr indent="-368300" lvl="4" marL="22860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raportada">
  <p:cSld name="contraportada">
    <p:bg>
      <p:bgPr>
        <a:blipFill>
          <a:blip r:embed="rId2">
            <a:alphaModFix/>
          </a:blip>
          <a:stretch>
            <a:fillRect/>
          </a:stretch>
        </a:blipFill>
      </p:bgPr>
    </p:bg>
    <p:spTree>
      <p:nvGrpSpPr>
        <p:cNvPr id="22" name="Shape 22"/>
        <p:cNvGrpSpPr/>
        <p:nvPr/>
      </p:nvGrpSpPr>
      <p:grpSpPr>
        <a:xfrm>
          <a:off x="0" y="0"/>
          <a:ext cx="0" cy="0"/>
          <a:chOff x="0" y="0"/>
          <a:chExt cx="0" cy="0"/>
        </a:xfrm>
      </p:grpSpPr>
      <p:pic>
        <p:nvPicPr>
          <p:cNvPr id="23" name="Google Shape;23;p5"/>
          <p:cNvPicPr preferRelativeResize="0"/>
          <p:nvPr/>
        </p:nvPicPr>
        <p:blipFill rotWithShape="1">
          <a:blip r:embed="rId3">
            <a:alphaModFix/>
          </a:blip>
          <a:srcRect b="0" l="0" r="0" t="0"/>
          <a:stretch/>
        </p:blipFill>
        <p:spPr>
          <a:xfrm>
            <a:off x="0" y="12560"/>
            <a:ext cx="12192000" cy="683287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blanco" type="obj">
  <p:cSld name="OBJECT">
    <p:spTree>
      <p:nvGrpSpPr>
        <p:cNvPr id="24" name="Shape 24"/>
        <p:cNvGrpSpPr/>
        <p:nvPr/>
      </p:nvGrpSpPr>
      <p:grpSpPr>
        <a:xfrm>
          <a:off x="0" y="0"/>
          <a:ext cx="0" cy="0"/>
          <a:chOff x="0" y="0"/>
          <a:chExt cx="0" cy="0"/>
        </a:xfrm>
      </p:grpSpPr>
      <p:pic>
        <p:nvPicPr>
          <p:cNvPr id="25" name="Google Shape;25;p6"/>
          <p:cNvPicPr preferRelativeResize="0"/>
          <p:nvPr/>
        </p:nvPicPr>
        <p:blipFill rotWithShape="1">
          <a:blip r:embed="rId2">
            <a:alphaModFix/>
          </a:blip>
          <a:srcRect b="0" l="0" r="0" t="0"/>
          <a:stretch/>
        </p:blipFill>
        <p:spPr>
          <a:xfrm>
            <a:off x="0" y="12560"/>
            <a:ext cx="12192000" cy="6832879"/>
          </a:xfrm>
          <a:prstGeom prst="rect">
            <a:avLst/>
          </a:prstGeom>
          <a:noFill/>
          <a:ln>
            <a:noFill/>
          </a:ln>
        </p:spPr>
      </p:pic>
      <p:sp>
        <p:nvSpPr>
          <p:cNvPr id="26" name="Google Shape;26;p6"/>
          <p:cNvSpPr txBox="1"/>
          <p:nvPr>
            <p:ph idx="1" type="body"/>
          </p:nvPr>
        </p:nvSpPr>
        <p:spPr>
          <a:xfrm>
            <a:off x="838200" y="2147835"/>
            <a:ext cx="10515600" cy="4453261"/>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1pPr>
            <a:lvl2pPr indent="-368300" lvl="1" marL="9144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2pPr>
            <a:lvl3pPr indent="-368300" lvl="2" marL="13716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3pPr>
            <a:lvl4pPr indent="-368300" lvl="3" marL="18288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4pPr>
            <a:lvl5pPr indent="-368300" lvl="4" marL="22860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6"/>
          <p:cNvSpPr txBox="1"/>
          <p:nvPr>
            <p:ph type="title"/>
          </p:nvPr>
        </p:nvSpPr>
        <p:spPr>
          <a:xfrm>
            <a:off x="838200" y="687336"/>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2060"/>
              </a:buClr>
              <a:buSzPts val="3600"/>
              <a:buFont typeface="Arial"/>
              <a:buNone/>
              <a:defRPr b="1" i="0" sz="36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ítulo y objetos">
  <p:cSld name="3_Título y objetos">
    <p:spTree>
      <p:nvGrpSpPr>
        <p:cNvPr id="28" name="Shape 28"/>
        <p:cNvGrpSpPr/>
        <p:nvPr/>
      </p:nvGrpSpPr>
      <p:grpSpPr>
        <a:xfrm>
          <a:off x="0" y="0"/>
          <a:ext cx="0" cy="0"/>
          <a:chOff x="0" y="0"/>
          <a:chExt cx="0" cy="0"/>
        </a:xfrm>
      </p:grpSpPr>
      <p:pic>
        <p:nvPicPr>
          <p:cNvPr id="29" name="Google Shape;29;p7"/>
          <p:cNvPicPr preferRelativeResize="0"/>
          <p:nvPr/>
        </p:nvPicPr>
        <p:blipFill rotWithShape="1">
          <a:blip r:embed="rId2">
            <a:alphaModFix/>
          </a:blip>
          <a:srcRect b="0" l="0" r="0" t="0"/>
          <a:stretch/>
        </p:blipFill>
        <p:spPr>
          <a:xfrm>
            <a:off x="-79188" y="-31819"/>
            <a:ext cx="12350376" cy="6921639"/>
          </a:xfrm>
          <a:prstGeom prst="rect">
            <a:avLst/>
          </a:prstGeom>
          <a:noFill/>
          <a:ln>
            <a:noFill/>
          </a:ln>
        </p:spPr>
      </p:pic>
      <p:sp>
        <p:nvSpPr>
          <p:cNvPr id="30" name="Google Shape;30;p7"/>
          <p:cNvSpPr txBox="1"/>
          <p:nvPr>
            <p:ph idx="1" type="body"/>
          </p:nvPr>
        </p:nvSpPr>
        <p:spPr>
          <a:xfrm>
            <a:off x="647700" y="2147835"/>
            <a:ext cx="10515600" cy="418946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1pPr>
            <a:lvl2pPr indent="-368300" lvl="1" marL="9144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2pPr>
            <a:lvl3pPr indent="-368300" lvl="2" marL="13716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3pPr>
            <a:lvl4pPr indent="-368300" lvl="3" marL="18288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4pPr>
            <a:lvl5pPr indent="-368300" lvl="4" marL="22860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1" name="Google Shape;31;p7"/>
          <p:cNvSpPr txBox="1"/>
          <p:nvPr>
            <p:ph type="title"/>
          </p:nvPr>
        </p:nvSpPr>
        <p:spPr>
          <a:xfrm>
            <a:off x="647700" y="687336"/>
            <a:ext cx="93218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2060"/>
              </a:buClr>
              <a:buSzPts val="3600"/>
              <a:buFont typeface="Arial"/>
              <a:buNone/>
              <a:defRPr b="1" i="0" sz="36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ítulo y objetos">
  <p:cSld name="4_Título y objetos">
    <p:spTree>
      <p:nvGrpSpPr>
        <p:cNvPr id="32" name="Shape 32"/>
        <p:cNvGrpSpPr/>
        <p:nvPr/>
      </p:nvGrpSpPr>
      <p:grpSpPr>
        <a:xfrm>
          <a:off x="0" y="0"/>
          <a:ext cx="0" cy="0"/>
          <a:chOff x="0" y="0"/>
          <a:chExt cx="0" cy="0"/>
        </a:xfrm>
      </p:grpSpPr>
      <p:pic>
        <p:nvPicPr>
          <p:cNvPr id="33" name="Google Shape;33;p8"/>
          <p:cNvPicPr preferRelativeResize="0"/>
          <p:nvPr/>
        </p:nvPicPr>
        <p:blipFill rotWithShape="1">
          <a:blip r:embed="rId2">
            <a:alphaModFix/>
          </a:blip>
          <a:srcRect b="0" l="0" r="0" t="0"/>
          <a:stretch/>
        </p:blipFill>
        <p:spPr>
          <a:xfrm>
            <a:off x="-79188" y="-31819"/>
            <a:ext cx="12350375" cy="6921639"/>
          </a:xfrm>
          <a:prstGeom prst="rect">
            <a:avLst/>
          </a:prstGeom>
          <a:noFill/>
          <a:ln>
            <a:noFill/>
          </a:ln>
        </p:spPr>
      </p:pic>
      <p:sp>
        <p:nvSpPr>
          <p:cNvPr id="34" name="Google Shape;34;p8"/>
          <p:cNvSpPr txBox="1"/>
          <p:nvPr>
            <p:ph idx="1" type="body"/>
          </p:nvPr>
        </p:nvSpPr>
        <p:spPr>
          <a:xfrm>
            <a:off x="876300" y="2071635"/>
            <a:ext cx="10287000" cy="418946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1pPr>
            <a:lvl2pPr indent="-368300" lvl="1" marL="9144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2pPr>
            <a:lvl3pPr indent="-368300" lvl="2" marL="13716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3pPr>
            <a:lvl4pPr indent="-368300" lvl="3" marL="18288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4pPr>
            <a:lvl5pPr indent="-368300" lvl="4" marL="22860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5" name="Google Shape;35;p8"/>
          <p:cNvSpPr txBox="1"/>
          <p:nvPr>
            <p:ph type="title"/>
          </p:nvPr>
        </p:nvSpPr>
        <p:spPr>
          <a:xfrm>
            <a:off x="876300" y="623836"/>
            <a:ext cx="102870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2060"/>
              </a:buClr>
              <a:buSzPts val="3600"/>
              <a:buFont typeface="Arial"/>
              <a:buNone/>
              <a:defRPr b="1" i="0" sz="36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ítulo y objetos">
  <p:cSld name="2_Título y objetos">
    <p:spTree>
      <p:nvGrpSpPr>
        <p:cNvPr id="36" name="Shape 36"/>
        <p:cNvGrpSpPr/>
        <p:nvPr/>
      </p:nvGrpSpPr>
      <p:grpSpPr>
        <a:xfrm>
          <a:off x="0" y="0"/>
          <a:ext cx="0" cy="0"/>
          <a:chOff x="0" y="0"/>
          <a:chExt cx="0" cy="0"/>
        </a:xfrm>
      </p:grpSpPr>
      <p:pic>
        <p:nvPicPr>
          <p:cNvPr id="37" name="Google Shape;37;p9"/>
          <p:cNvPicPr preferRelativeResize="0"/>
          <p:nvPr/>
        </p:nvPicPr>
        <p:blipFill rotWithShape="1">
          <a:blip r:embed="rId2">
            <a:alphaModFix/>
          </a:blip>
          <a:srcRect b="0" l="0" r="0" t="0"/>
          <a:stretch/>
        </p:blipFill>
        <p:spPr>
          <a:xfrm>
            <a:off x="-124509" y="-114439"/>
            <a:ext cx="12441019" cy="6972439"/>
          </a:xfrm>
          <a:prstGeom prst="rect">
            <a:avLst/>
          </a:prstGeom>
          <a:noFill/>
          <a:ln>
            <a:noFill/>
          </a:ln>
        </p:spPr>
      </p:pic>
      <p:sp>
        <p:nvSpPr>
          <p:cNvPr id="38" name="Google Shape;38;p9"/>
          <p:cNvSpPr txBox="1"/>
          <p:nvPr>
            <p:ph idx="1" type="body"/>
          </p:nvPr>
        </p:nvSpPr>
        <p:spPr>
          <a:xfrm>
            <a:off x="838200" y="2514600"/>
            <a:ext cx="10515600" cy="4086496"/>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1pPr>
            <a:lvl2pPr indent="-368300" lvl="1" marL="9144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2pPr>
            <a:lvl3pPr indent="-368300" lvl="2" marL="13716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3pPr>
            <a:lvl4pPr indent="-368300" lvl="3" marL="18288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4pPr>
            <a:lvl5pPr indent="-368300" lvl="4" marL="22860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9" name="Google Shape;39;p9"/>
          <p:cNvSpPr txBox="1"/>
          <p:nvPr>
            <p:ph type="title"/>
          </p:nvPr>
        </p:nvSpPr>
        <p:spPr>
          <a:xfrm>
            <a:off x="838200" y="687336"/>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y objetos">
  <p:cSld name="1_Título y objetos">
    <p:spTree>
      <p:nvGrpSpPr>
        <p:cNvPr id="40" name="Shape 40"/>
        <p:cNvGrpSpPr/>
        <p:nvPr/>
      </p:nvGrpSpPr>
      <p:grpSpPr>
        <a:xfrm>
          <a:off x="0" y="0"/>
          <a:ext cx="0" cy="0"/>
          <a:chOff x="0" y="0"/>
          <a:chExt cx="0" cy="0"/>
        </a:xfrm>
      </p:grpSpPr>
      <p:pic>
        <p:nvPicPr>
          <p:cNvPr id="41" name="Google Shape;41;p10"/>
          <p:cNvPicPr preferRelativeResize="0"/>
          <p:nvPr/>
        </p:nvPicPr>
        <p:blipFill rotWithShape="1">
          <a:blip r:embed="rId2">
            <a:alphaModFix/>
          </a:blip>
          <a:srcRect b="0" l="0" r="0" t="0"/>
          <a:stretch/>
        </p:blipFill>
        <p:spPr>
          <a:xfrm>
            <a:off x="0" y="12560"/>
            <a:ext cx="12191999" cy="6832879"/>
          </a:xfrm>
          <a:prstGeom prst="rect">
            <a:avLst/>
          </a:prstGeom>
          <a:noFill/>
          <a:ln>
            <a:noFill/>
          </a:ln>
        </p:spPr>
      </p:pic>
      <p:sp>
        <p:nvSpPr>
          <p:cNvPr id="42" name="Google Shape;42;p10"/>
          <p:cNvSpPr txBox="1"/>
          <p:nvPr>
            <p:ph idx="1" type="body"/>
          </p:nvPr>
        </p:nvSpPr>
        <p:spPr>
          <a:xfrm>
            <a:off x="838200" y="2247900"/>
            <a:ext cx="10515600" cy="4353196"/>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1pPr>
            <a:lvl2pPr indent="-368300" lvl="1" marL="9144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2pPr>
            <a:lvl3pPr indent="-368300" lvl="2" marL="13716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3pPr>
            <a:lvl4pPr indent="-368300" lvl="3" marL="18288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4pPr>
            <a:lvl5pPr indent="-368300" lvl="4" marL="22860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3" name="Google Shape;43;p10"/>
          <p:cNvSpPr txBox="1"/>
          <p:nvPr>
            <p:ph type="title"/>
          </p:nvPr>
        </p:nvSpPr>
        <p:spPr>
          <a:xfrm>
            <a:off x="838200" y="382536"/>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2060"/>
              </a:buClr>
              <a:buSzPts val="3600"/>
              <a:buFont typeface="Arial"/>
              <a:buNone/>
              <a:defRPr b="1" i="0" sz="36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Encabezado de sección">
  <p:cSld name="1_Encabezado de sección">
    <p:bg>
      <p:bgPr>
        <a:blipFill>
          <a:blip r:embed="rId2">
            <a:alphaModFix/>
          </a:blip>
          <a:stretch>
            <a:fillRect/>
          </a:stretch>
        </a:blipFill>
      </p:bgPr>
    </p:bg>
    <p:spTree>
      <p:nvGrpSpPr>
        <p:cNvPr id="44" name="Shape 44"/>
        <p:cNvGrpSpPr/>
        <p:nvPr/>
      </p:nvGrpSpPr>
      <p:grpSpPr>
        <a:xfrm>
          <a:off x="0" y="0"/>
          <a:ext cx="0" cy="0"/>
          <a:chOff x="0" y="0"/>
          <a:chExt cx="0" cy="0"/>
        </a:xfrm>
      </p:grpSpPr>
      <p:pic>
        <p:nvPicPr>
          <p:cNvPr id="45" name="Google Shape;45;p11"/>
          <p:cNvPicPr preferRelativeResize="0"/>
          <p:nvPr/>
        </p:nvPicPr>
        <p:blipFill rotWithShape="1">
          <a:blip r:embed="rId3">
            <a:alphaModFix/>
          </a:blip>
          <a:srcRect b="0" l="0" r="0" t="0"/>
          <a:stretch/>
        </p:blipFill>
        <p:spPr>
          <a:xfrm>
            <a:off x="0" y="12560"/>
            <a:ext cx="12191999" cy="6832879"/>
          </a:xfrm>
          <a:prstGeom prst="rect">
            <a:avLst/>
          </a:prstGeom>
          <a:noFill/>
          <a:ln>
            <a:noFill/>
          </a:ln>
        </p:spPr>
      </p:pic>
      <p:sp>
        <p:nvSpPr>
          <p:cNvPr id="46" name="Google Shape;46;p11"/>
          <p:cNvSpPr txBox="1"/>
          <p:nvPr>
            <p:ph type="title"/>
          </p:nvPr>
        </p:nvSpPr>
        <p:spPr>
          <a:xfrm>
            <a:off x="838200" y="2694941"/>
            <a:ext cx="10515600" cy="1244509"/>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rgbClr val="002060"/>
              </a:buClr>
              <a:buSzPts val="4000"/>
              <a:buFont typeface="Arial Black"/>
              <a:buNone/>
              <a:defRPr b="1" i="0" sz="4000" u="none" cap="none" strike="noStrike">
                <a:solidFill>
                  <a:srgbClr val="002060"/>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bg>
      <p:bgPr>
        <a:blipFill>
          <a:blip r:embed="rId2">
            <a:alphaModFix/>
          </a:blip>
          <a:stretch>
            <a:fillRect/>
          </a:stretch>
        </a:blipFill>
      </p:bgPr>
    </p:bg>
    <p:spTree>
      <p:nvGrpSpPr>
        <p:cNvPr id="47" name="Shape 47"/>
        <p:cNvGrpSpPr/>
        <p:nvPr/>
      </p:nvGrpSpPr>
      <p:grpSpPr>
        <a:xfrm>
          <a:off x="0" y="0"/>
          <a:ext cx="0" cy="0"/>
          <a:chOff x="0" y="0"/>
          <a:chExt cx="0" cy="0"/>
        </a:xfrm>
      </p:grpSpPr>
      <p:pic>
        <p:nvPicPr>
          <p:cNvPr id="48" name="Google Shape;48;p12"/>
          <p:cNvPicPr preferRelativeResize="0"/>
          <p:nvPr/>
        </p:nvPicPr>
        <p:blipFill rotWithShape="1">
          <a:blip r:embed="rId3">
            <a:alphaModFix/>
          </a:blip>
          <a:srcRect b="0" l="0" r="0" t="0"/>
          <a:stretch/>
        </p:blipFill>
        <p:spPr>
          <a:xfrm>
            <a:off x="0" y="12560"/>
            <a:ext cx="12191999" cy="6832879"/>
          </a:xfrm>
          <a:prstGeom prst="rect">
            <a:avLst/>
          </a:prstGeom>
          <a:noFill/>
          <a:ln>
            <a:noFill/>
          </a:ln>
        </p:spPr>
      </p:pic>
      <p:sp>
        <p:nvSpPr>
          <p:cNvPr id="49" name="Google Shape;49;p12"/>
          <p:cNvSpPr txBox="1"/>
          <p:nvPr>
            <p:ph type="title"/>
          </p:nvPr>
        </p:nvSpPr>
        <p:spPr>
          <a:xfrm>
            <a:off x="831850" y="2377441"/>
            <a:ext cx="9740356" cy="1244509"/>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rgbClr val="002060"/>
              </a:buClr>
              <a:buSzPts val="4000"/>
              <a:buFont typeface="Arial Black"/>
              <a:buNone/>
              <a:defRPr b="1" i="0" sz="4000" u="none" cap="none" strike="noStrike">
                <a:solidFill>
                  <a:srgbClr val="002060"/>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0" name="Google Shape;50;p12"/>
          <p:cNvSpPr txBox="1"/>
          <p:nvPr>
            <p:ph idx="1" type="body"/>
          </p:nvPr>
        </p:nvSpPr>
        <p:spPr>
          <a:xfrm>
            <a:off x="831850" y="3753441"/>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002060"/>
              </a:buClr>
              <a:buSzPts val="2400"/>
              <a:buFont typeface="Arial"/>
              <a:buNone/>
              <a:defRPr b="1" i="0" sz="2400" u="none" cap="none" strike="noStrike">
                <a:solidFill>
                  <a:srgbClr val="002060"/>
                </a:solidFill>
                <a:latin typeface="Arial"/>
                <a:ea typeface="Arial"/>
                <a:cs typeface="Arial"/>
                <a:sym typeface="Arial"/>
              </a:defRPr>
            </a:lvl1pPr>
            <a:lvl2pPr indent="-228600" lvl="1" marL="914400" marR="0" rtl="0" algn="l">
              <a:lnSpc>
                <a:spcPct val="90000"/>
              </a:lnSpc>
              <a:spcBef>
                <a:spcPts val="500"/>
              </a:spcBef>
              <a:spcAft>
                <a:spcPts val="0"/>
              </a:spcAft>
              <a:buClr>
                <a:srgbClr val="757575"/>
              </a:buClr>
              <a:buSzPts val="2000"/>
              <a:buFont typeface="Arial"/>
              <a:buNone/>
              <a:defRPr b="0" i="0" sz="2000" u="none" cap="none" strike="noStrike">
                <a:solidFill>
                  <a:srgbClr val="757575"/>
                </a:solidFill>
                <a:latin typeface="Arial"/>
                <a:ea typeface="Arial"/>
                <a:cs typeface="Arial"/>
                <a:sym typeface="Arial"/>
              </a:defRPr>
            </a:lvl2pPr>
            <a:lvl3pPr indent="-228600" lvl="2" marL="1371600" marR="0" rtl="0" algn="l">
              <a:lnSpc>
                <a:spcPct val="90000"/>
              </a:lnSpc>
              <a:spcBef>
                <a:spcPts val="50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228600" lvl="3" marL="18288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4pPr>
            <a:lvl5pPr indent="-228600" lvl="4" marL="22860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5pPr>
            <a:lvl6pPr indent="-228600" lvl="5" marL="27432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6pPr>
            <a:lvl7pPr indent="-228600" lvl="6" marL="32004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7pPr>
            <a:lvl8pPr indent="-228600" lvl="7" marL="36576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8pPr>
            <a:lvl9pPr indent="-228600" lvl="8" marL="41148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bg>
      <p:bgPr>
        <a:blipFill>
          <a:blip r:embed="rId2">
            <a:alphaModFix/>
          </a:blip>
          <a:stretch>
            <a:fillRect/>
          </a:stretch>
        </a:blipFill>
      </p:bgPr>
    </p:bg>
    <p:spTree>
      <p:nvGrpSpPr>
        <p:cNvPr id="51" name="Shape 51"/>
        <p:cNvGrpSpPr/>
        <p:nvPr/>
      </p:nvGrpSpPr>
      <p:grpSpPr>
        <a:xfrm>
          <a:off x="0" y="0"/>
          <a:ext cx="0" cy="0"/>
          <a:chOff x="0" y="0"/>
          <a:chExt cx="0" cy="0"/>
        </a:xfrm>
      </p:grpSpPr>
      <p:pic>
        <p:nvPicPr>
          <p:cNvPr id="52" name="Google Shape;52;p13"/>
          <p:cNvPicPr preferRelativeResize="0"/>
          <p:nvPr/>
        </p:nvPicPr>
        <p:blipFill rotWithShape="1">
          <a:blip r:embed="rId3">
            <a:alphaModFix/>
          </a:blip>
          <a:srcRect b="0" l="0" r="0" t="0"/>
          <a:stretch/>
        </p:blipFill>
        <p:spPr>
          <a:xfrm>
            <a:off x="0" y="12560"/>
            <a:ext cx="12191999" cy="6832879"/>
          </a:xfrm>
          <a:prstGeom prst="rect">
            <a:avLst/>
          </a:prstGeom>
          <a:noFill/>
          <a:ln>
            <a:noFill/>
          </a:ln>
        </p:spPr>
      </p:pic>
      <p:sp>
        <p:nvSpPr>
          <p:cNvPr id="53" name="Google Shape;53;p13"/>
          <p:cNvSpPr txBox="1"/>
          <p:nvPr>
            <p:ph type="title"/>
          </p:nvPr>
        </p:nvSpPr>
        <p:spPr>
          <a:xfrm>
            <a:off x="831850" y="2377441"/>
            <a:ext cx="10515600" cy="1244509"/>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rgbClr val="002060"/>
              </a:buClr>
              <a:buSzPts val="4000"/>
              <a:buFont typeface="Arial Black"/>
              <a:buNone/>
              <a:defRPr b="1" i="0" sz="4000" u="none" cap="none" strike="noStrike">
                <a:solidFill>
                  <a:srgbClr val="002060"/>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 name="Google Shape;54;p13"/>
          <p:cNvSpPr txBox="1"/>
          <p:nvPr>
            <p:ph idx="1" type="body"/>
          </p:nvPr>
        </p:nvSpPr>
        <p:spPr>
          <a:xfrm>
            <a:off x="831850" y="3753441"/>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002060"/>
              </a:buClr>
              <a:buSzPts val="2400"/>
              <a:buFont typeface="Arial"/>
              <a:buNone/>
              <a:defRPr b="1" i="0" sz="2400" u="none" cap="none" strike="noStrike">
                <a:solidFill>
                  <a:srgbClr val="002060"/>
                </a:solidFill>
                <a:latin typeface="Arial"/>
                <a:ea typeface="Arial"/>
                <a:cs typeface="Arial"/>
                <a:sym typeface="Arial"/>
              </a:defRPr>
            </a:lvl1pPr>
            <a:lvl2pPr indent="-228600" lvl="1" marL="914400" marR="0" rtl="0" algn="l">
              <a:lnSpc>
                <a:spcPct val="90000"/>
              </a:lnSpc>
              <a:spcBef>
                <a:spcPts val="500"/>
              </a:spcBef>
              <a:spcAft>
                <a:spcPts val="0"/>
              </a:spcAft>
              <a:buClr>
                <a:srgbClr val="757575"/>
              </a:buClr>
              <a:buSzPts val="2000"/>
              <a:buFont typeface="Arial"/>
              <a:buNone/>
              <a:defRPr b="0" i="0" sz="2000" u="none" cap="none" strike="noStrike">
                <a:solidFill>
                  <a:srgbClr val="757575"/>
                </a:solidFill>
                <a:latin typeface="Arial"/>
                <a:ea typeface="Arial"/>
                <a:cs typeface="Arial"/>
                <a:sym typeface="Arial"/>
              </a:defRPr>
            </a:lvl2pPr>
            <a:lvl3pPr indent="-228600" lvl="2" marL="1371600" marR="0" rtl="0" algn="l">
              <a:lnSpc>
                <a:spcPct val="90000"/>
              </a:lnSpc>
              <a:spcBef>
                <a:spcPts val="50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228600" lvl="3" marL="18288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4pPr>
            <a:lvl5pPr indent="-228600" lvl="4" marL="22860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5pPr>
            <a:lvl6pPr indent="-228600" lvl="5" marL="27432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6pPr>
            <a:lvl7pPr indent="-228600" lvl="6" marL="32004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7pPr>
            <a:lvl8pPr indent="-228600" lvl="7" marL="36576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8pPr>
            <a:lvl9pPr indent="-228600" lvl="8" marL="41148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bg>
      <p:bgPr>
        <a:blipFill>
          <a:blip r:embed="rId2">
            <a:alphaModFix/>
          </a:blip>
          <a:stretch>
            <a:fillRect/>
          </a:stretch>
        </a:blipFill>
      </p:bgPr>
    </p:bg>
    <p:spTree>
      <p:nvGrpSpPr>
        <p:cNvPr id="55" name="Shape 55"/>
        <p:cNvGrpSpPr/>
        <p:nvPr/>
      </p:nvGrpSpPr>
      <p:grpSpPr>
        <a:xfrm>
          <a:off x="0" y="0"/>
          <a:ext cx="0" cy="0"/>
          <a:chOff x="0" y="0"/>
          <a:chExt cx="0" cy="0"/>
        </a:xfrm>
      </p:grpSpPr>
      <p:pic>
        <p:nvPicPr>
          <p:cNvPr id="56" name="Google Shape;56;p14"/>
          <p:cNvPicPr preferRelativeResize="0"/>
          <p:nvPr/>
        </p:nvPicPr>
        <p:blipFill rotWithShape="1">
          <a:blip r:embed="rId3">
            <a:alphaModFix/>
          </a:blip>
          <a:srcRect b="0" l="0" r="0" t="0"/>
          <a:stretch/>
        </p:blipFill>
        <p:spPr>
          <a:xfrm>
            <a:off x="0" y="12560"/>
            <a:ext cx="12192000" cy="6832879"/>
          </a:xfrm>
          <a:prstGeom prst="rect">
            <a:avLst/>
          </a:prstGeom>
          <a:noFill/>
          <a:ln>
            <a:noFill/>
          </a:ln>
        </p:spPr>
      </p:pic>
      <p:sp>
        <p:nvSpPr>
          <p:cNvPr id="57" name="Google Shape;57;p14"/>
          <p:cNvSpPr txBox="1"/>
          <p:nvPr>
            <p:ph type="title"/>
          </p:nvPr>
        </p:nvSpPr>
        <p:spPr>
          <a:xfrm>
            <a:off x="838200" y="826680"/>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2060"/>
              </a:buClr>
              <a:buSzPts val="3600"/>
              <a:buFont typeface="Arial"/>
              <a:buNone/>
              <a:defRPr b="1" i="0" sz="36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8" name="Google Shape;58;p14"/>
          <p:cNvSpPr txBox="1"/>
          <p:nvPr>
            <p:ph idx="1" type="body"/>
          </p:nvPr>
        </p:nvSpPr>
        <p:spPr>
          <a:xfrm>
            <a:off x="838200" y="2287180"/>
            <a:ext cx="4025900" cy="4351338"/>
          </a:xfrm>
          <a:prstGeom prst="rect">
            <a:avLst/>
          </a:prstGeom>
          <a:noFill/>
          <a:ln>
            <a:noFill/>
          </a:ln>
        </p:spPr>
        <p:txBody>
          <a:bodyPr anchorCtr="0" anchor="t" bIns="45700" lIns="91425" spcFirstLastPara="1" rIns="91425" wrap="square" tIns="45700">
            <a:no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1pPr>
            <a:lvl2pPr indent="-368300" lvl="1" marL="9144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2pPr>
            <a:lvl3pPr indent="-368300" lvl="2" marL="13716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3pPr>
            <a:lvl4pPr indent="-368300" lvl="3" marL="18288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4pPr>
            <a:lvl5pPr indent="-368300" lvl="4" marL="22860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9" name="Google Shape;59;p14"/>
          <p:cNvSpPr txBox="1"/>
          <p:nvPr>
            <p:ph idx="2" type="body"/>
          </p:nvPr>
        </p:nvSpPr>
        <p:spPr>
          <a:xfrm>
            <a:off x="5410200" y="2287180"/>
            <a:ext cx="5943600" cy="4351338"/>
          </a:xfrm>
          <a:prstGeom prst="rect">
            <a:avLst/>
          </a:prstGeom>
          <a:noFill/>
          <a:ln>
            <a:noFill/>
          </a:ln>
        </p:spPr>
        <p:txBody>
          <a:bodyPr anchorCtr="0" anchor="t" bIns="45700" lIns="91425" spcFirstLastPara="1" rIns="91425" wrap="square" tIns="45700">
            <a:noAutofit/>
          </a:bodyPr>
          <a:lstStyle>
            <a:lvl1pPr indent="-368300" lvl="0" marL="457200" marR="0" rtl="0" algn="l">
              <a:lnSpc>
                <a:spcPct val="90000"/>
              </a:lnSpc>
              <a:spcBef>
                <a:spcPts val="1000"/>
              </a:spcBef>
              <a:spcAft>
                <a:spcPts val="0"/>
              </a:spcAft>
              <a:buClr>
                <a:srgbClr val="002060"/>
              </a:buClr>
              <a:buSzPts val="2200"/>
              <a:buFont typeface="Arial"/>
              <a:buChar char="•"/>
              <a:defRPr b="0" i="0" sz="2200" u="none" cap="none" strike="noStrike">
                <a:solidFill>
                  <a:srgbClr val="002060"/>
                </a:solidFill>
                <a:latin typeface="Arial"/>
                <a:ea typeface="Arial"/>
                <a:cs typeface="Arial"/>
                <a:sym typeface="Arial"/>
              </a:defRPr>
            </a:lvl1pPr>
            <a:lvl2pPr indent="-368300" lvl="1" marL="914400" marR="0" rtl="0" algn="l">
              <a:lnSpc>
                <a:spcPct val="90000"/>
              </a:lnSpc>
              <a:spcBef>
                <a:spcPts val="500"/>
              </a:spcBef>
              <a:spcAft>
                <a:spcPts val="0"/>
              </a:spcAft>
              <a:buClr>
                <a:srgbClr val="002060"/>
              </a:buClr>
              <a:buSzPts val="2200"/>
              <a:buFont typeface="Arial"/>
              <a:buChar char="•"/>
              <a:defRPr b="0" i="0" sz="2200" u="none" cap="none" strike="noStrike">
                <a:solidFill>
                  <a:srgbClr val="002060"/>
                </a:solidFill>
                <a:latin typeface="Arial"/>
                <a:ea typeface="Arial"/>
                <a:cs typeface="Arial"/>
                <a:sym typeface="Arial"/>
              </a:defRPr>
            </a:lvl2pPr>
            <a:lvl3pPr indent="-368300" lvl="2" marL="1371600" marR="0" rtl="0" algn="l">
              <a:lnSpc>
                <a:spcPct val="90000"/>
              </a:lnSpc>
              <a:spcBef>
                <a:spcPts val="500"/>
              </a:spcBef>
              <a:spcAft>
                <a:spcPts val="0"/>
              </a:spcAft>
              <a:buClr>
                <a:srgbClr val="002060"/>
              </a:buClr>
              <a:buSzPts val="2200"/>
              <a:buFont typeface="Arial"/>
              <a:buChar char="•"/>
              <a:defRPr b="0" i="0" sz="2200" u="none" cap="none" strike="noStrike">
                <a:solidFill>
                  <a:srgbClr val="002060"/>
                </a:solidFill>
                <a:latin typeface="Arial"/>
                <a:ea typeface="Arial"/>
                <a:cs typeface="Arial"/>
                <a:sym typeface="Arial"/>
              </a:defRPr>
            </a:lvl3pPr>
            <a:lvl4pPr indent="-368300" lvl="3" marL="1828800" marR="0" rtl="0" algn="l">
              <a:lnSpc>
                <a:spcPct val="90000"/>
              </a:lnSpc>
              <a:spcBef>
                <a:spcPts val="500"/>
              </a:spcBef>
              <a:spcAft>
                <a:spcPts val="0"/>
              </a:spcAft>
              <a:buClr>
                <a:srgbClr val="002060"/>
              </a:buClr>
              <a:buSzPts val="2200"/>
              <a:buFont typeface="Arial"/>
              <a:buChar char="•"/>
              <a:defRPr b="0" i="0" sz="2200" u="none" cap="none" strike="noStrike">
                <a:solidFill>
                  <a:srgbClr val="002060"/>
                </a:solidFill>
                <a:latin typeface="Arial"/>
                <a:ea typeface="Arial"/>
                <a:cs typeface="Arial"/>
                <a:sym typeface="Arial"/>
              </a:defRPr>
            </a:lvl4pPr>
            <a:lvl5pPr indent="-368300" lvl="4" marL="2286000" marR="0" rtl="0" algn="l">
              <a:lnSpc>
                <a:spcPct val="90000"/>
              </a:lnSpc>
              <a:spcBef>
                <a:spcPts val="500"/>
              </a:spcBef>
              <a:spcAft>
                <a:spcPts val="0"/>
              </a:spcAft>
              <a:buClr>
                <a:srgbClr val="002060"/>
              </a:buClr>
              <a:buSzPts val="2200"/>
              <a:buFont typeface="Arial"/>
              <a:buChar char="•"/>
              <a:defRPr b="0" i="0" sz="2200" u="none" cap="none" strike="noStrike">
                <a:solidFill>
                  <a:srgbClr val="00206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60" name="Shape 60"/>
        <p:cNvGrpSpPr/>
        <p:nvPr/>
      </p:nvGrpSpPr>
      <p:grpSpPr>
        <a:xfrm>
          <a:off x="0" y="0"/>
          <a:ext cx="0" cy="0"/>
          <a:chOff x="0" y="0"/>
          <a:chExt cx="0" cy="0"/>
        </a:xfrm>
      </p:grpSpPr>
      <p:pic>
        <p:nvPicPr>
          <p:cNvPr id="61" name="Google Shape;61;p15"/>
          <p:cNvPicPr preferRelativeResize="0"/>
          <p:nvPr/>
        </p:nvPicPr>
        <p:blipFill rotWithShape="1">
          <a:blip r:embed="rId2">
            <a:alphaModFix/>
          </a:blip>
          <a:srcRect b="0" l="0" r="0" t="0"/>
          <a:stretch/>
        </p:blipFill>
        <p:spPr>
          <a:xfrm>
            <a:off x="0" y="12560"/>
            <a:ext cx="12192000" cy="6832879"/>
          </a:xfrm>
          <a:prstGeom prst="rect">
            <a:avLst/>
          </a:prstGeom>
          <a:noFill/>
          <a:ln>
            <a:noFill/>
          </a:ln>
        </p:spPr>
      </p:pic>
      <p:sp>
        <p:nvSpPr>
          <p:cNvPr id="62" name="Google Shape;62;p15"/>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2060"/>
              </a:buClr>
              <a:buSzPts val="3600"/>
              <a:buFont typeface="Arial"/>
              <a:buNone/>
              <a:defRPr b="1" i="0" sz="36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3" name="Google Shape;63;p15"/>
          <p:cNvSpPr txBox="1"/>
          <p:nvPr>
            <p:ph idx="1" type="body"/>
          </p:nvPr>
        </p:nvSpPr>
        <p:spPr>
          <a:xfrm>
            <a:off x="839788" y="1873159"/>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rgbClr val="002060"/>
              </a:buClr>
              <a:buSzPts val="2400"/>
              <a:buFont typeface="Arial"/>
              <a:buNone/>
              <a:defRPr b="1" i="0" sz="2400" u="none" cap="none" strike="noStrike">
                <a:solidFill>
                  <a:srgbClr val="002060"/>
                </a:solidFill>
                <a:latin typeface="Arial"/>
                <a:ea typeface="Arial"/>
                <a:cs typeface="Arial"/>
                <a:sym typeface="Arial"/>
              </a:defRPr>
            </a:lvl1pPr>
            <a:lvl2pPr indent="-228600" lvl="1" marL="914400" marR="0" rtl="0" algn="l">
              <a:lnSpc>
                <a:spcPct val="90000"/>
              </a:lnSpc>
              <a:spcBef>
                <a:spcPts val="500"/>
              </a:spcBef>
              <a:spcAft>
                <a:spcPts val="0"/>
              </a:spcAft>
              <a:buClr>
                <a:srgbClr val="595959"/>
              </a:buClr>
              <a:buSzPts val="2000"/>
              <a:buFont typeface="Arial"/>
              <a:buNone/>
              <a:defRPr b="1" i="0" sz="2000" u="none" cap="none" strike="noStrike">
                <a:solidFill>
                  <a:srgbClr val="595959"/>
                </a:solidFill>
                <a:latin typeface="Arial"/>
                <a:ea typeface="Arial"/>
                <a:cs typeface="Arial"/>
                <a:sym typeface="Arial"/>
              </a:defRPr>
            </a:lvl2pPr>
            <a:lvl3pPr indent="-228600" lvl="2" marL="1371600" marR="0" rtl="0" algn="l">
              <a:lnSpc>
                <a:spcPct val="90000"/>
              </a:lnSpc>
              <a:spcBef>
                <a:spcPts val="500"/>
              </a:spcBef>
              <a:spcAft>
                <a:spcPts val="0"/>
              </a:spcAft>
              <a:buClr>
                <a:srgbClr val="595959"/>
              </a:buClr>
              <a:buSzPts val="1800"/>
              <a:buFont typeface="Arial"/>
              <a:buNone/>
              <a:defRPr b="1" i="0" sz="1800" u="none" cap="none" strike="noStrike">
                <a:solidFill>
                  <a:srgbClr val="595959"/>
                </a:solidFill>
                <a:latin typeface="Arial"/>
                <a:ea typeface="Arial"/>
                <a:cs typeface="Arial"/>
                <a:sym typeface="Arial"/>
              </a:defRPr>
            </a:lvl3pPr>
            <a:lvl4pPr indent="-228600" lvl="3" marL="1828800" marR="0" rtl="0" algn="l">
              <a:lnSpc>
                <a:spcPct val="90000"/>
              </a:lnSpc>
              <a:spcBef>
                <a:spcPts val="500"/>
              </a:spcBef>
              <a:spcAft>
                <a:spcPts val="0"/>
              </a:spcAft>
              <a:buClr>
                <a:srgbClr val="595959"/>
              </a:buClr>
              <a:buSzPts val="1600"/>
              <a:buFont typeface="Arial"/>
              <a:buNone/>
              <a:defRPr b="1" i="0" sz="1600" u="none" cap="none" strike="noStrike">
                <a:solidFill>
                  <a:srgbClr val="595959"/>
                </a:solidFill>
                <a:latin typeface="Arial"/>
                <a:ea typeface="Arial"/>
                <a:cs typeface="Arial"/>
                <a:sym typeface="Arial"/>
              </a:defRPr>
            </a:lvl4pPr>
            <a:lvl5pPr indent="-228600" lvl="4" marL="2286000" marR="0" rtl="0" algn="l">
              <a:lnSpc>
                <a:spcPct val="90000"/>
              </a:lnSpc>
              <a:spcBef>
                <a:spcPts val="500"/>
              </a:spcBef>
              <a:spcAft>
                <a:spcPts val="0"/>
              </a:spcAft>
              <a:buClr>
                <a:srgbClr val="595959"/>
              </a:buClr>
              <a:buSzPts val="1600"/>
              <a:buFont typeface="Arial"/>
              <a:buNone/>
              <a:defRPr b="1" i="0" sz="1600" u="none" cap="none" strike="noStrike">
                <a:solidFill>
                  <a:srgbClr val="595959"/>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64" name="Google Shape;64;p15"/>
          <p:cNvSpPr txBox="1"/>
          <p:nvPr>
            <p:ph idx="2" type="body"/>
          </p:nvPr>
        </p:nvSpPr>
        <p:spPr>
          <a:xfrm>
            <a:off x="839788" y="2879543"/>
            <a:ext cx="5157787" cy="3684588"/>
          </a:xfrm>
          <a:prstGeom prst="rect">
            <a:avLst/>
          </a:prstGeom>
          <a:noFill/>
          <a:ln>
            <a:noFill/>
          </a:ln>
        </p:spPr>
        <p:txBody>
          <a:bodyPr anchorCtr="0" anchor="t" bIns="45700" lIns="91425" spcFirstLastPara="1" rIns="91425" wrap="square" tIns="45700">
            <a:noAutofit/>
          </a:bodyPr>
          <a:lstStyle>
            <a:lvl1pPr indent="-368300" lvl="0" marL="457200" marR="0" rtl="0" algn="l">
              <a:lnSpc>
                <a:spcPct val="90000"/>
              </a:lnSpc>
              <a:spcBef>
                <a:spcPts val="10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1pPr>
            <a:lvl2pPr indent="-368300" lvl="1" marL="9144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2pPr>
            <a:lvl3pPr indent="-368300" lvl="2" marL="13716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3pPr>
            <a:lvl4pPr indent="-368300" lvl="3" marL="18288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4pPr>
            <a:lvl5pPr indent="-368300" lvl="4" marL="22860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5" name="Google Shape;65;p15"/>
          <p:cNvSpPr txBox="1"/>
          <p:nvPr>
            <p:ph idx="3" type="body"/>
          </p:nvPr>
        </p:nvSpPr>
        <p:spPr>
          <a:xfrm>
            <a:off x="6172200" y="1873159"/>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rgbClr val="002060"/>
              </a:buClr>
              <a:buSzPts val="2400"/>
              <a:buFont typeface="Arial"/>
              <a:buNone/>
              <a:defRPr b="1" i="0" sz="2400" u="none" cap="none" strike="noStrike">
                <a:solidFill>
                  <a:srgbClr val="002060"/>
                </a:solidFill>
                <a:latin typeface="Arial"/>
                <a:ea typeface="Arial"/>
                <a:cs typeface="Arial"/>
                <a:sym typeface="Arial"/>
              </a:defRPr>
            </a:lvl1pPr>
            <a:lvl2pPr indent="-228600" lvl="1" marL="914400" marR="0" rtl="0" algn="l">
              <a:lnSpc>
                <a:spcPct val="90000"/>
              </a:lnSpc>
              <a:spcBef>
                <a:spcPts val="500"/>
              </a:spcBef>
              <a:spcAft>
                <a:spcPts val="0"/>
              </a:spcAft>
              <a:buClr>
                <a:srgbClr val="595959"/>
              </a:buClr>
              <a:buSzPts val="2000"/>
              <a:buFont typeface="Arial"/>
              <a:buNone/>
              <a:defRPr b="1" i="0" sz="2000" u="none" cap="none" strike="noStrike">
                <a:solidFill>
                  <a:srgbClr val="595959"/>
                </a:solidFill>
                <a:latin typeface="Arial"/>
                <a:ea typeface="Arial"/>
                <a:cs typeface="Arial"/>
                <a:sym typeface="Arial"/>
              </a:defRPr>
            </a:lvl2pPr>
            <a:lvl3pPr indent="-228600" lvl="2" marL="1371600" marR="0" rtl="0" algn="l">
              <a:lnSpc>
                <a:spcPct val="90000"/>
              </a:lnSpc>
              <a:spcBef>
                <a:spcPts val="500"/>
              </a:spcBef>
              <a:spcAft>
                <a:spcPts val="0"/>
              </a:spcAft>
              <a:buClr>
                <a:srgbClr val="595959"/>
              </a:buClr>
              <a:buSzPts val="1800"/>
              <a:buFont typeface="Arial"/>
              <a:buNone/>
              <a:defRPr b="1" i="0" sz="1800" u="none" cap="none" strike="noStrike">
                <a:solidFill>
                  <a:srgbClr val="595959"/>
                </a:solidFill>
                <a:latin typeface="Arial"/>
                <a:ea typeface="Arial"/>
                <a:cs typeface="Arial"/>
                <a:sym typeface="Arial"/>
              </a:defRPr>
            </a:lvl3pPr>
            <a:lvl4pPr indent="-228600" lvl="3" marL="1828800" marR="0" rtl="0" algn="l">
              <a:lnSpc>
                <a:spcPct val="90000"/>
              </a:lnSpc>
              <a:spcBef>
                <a:spcPts val="500"/>
              </a:spcBef>
              <a:spcAft>
                <a:spcPts val="0"/>
              </a:spcAft>
              <a:buClr>
                <a:srgbClr val="595959"/>
              </a:buClr>
              <a:buSzPts val="1600"/>
              <a:buFont typeface="Arial"/>
              <a:buNone/>
              <a:defRPr b="1" i="0" sz="1600" u="none" cap="none" strike="noStrike">
                <a:solidFill>
                  <a:srgbClr val="595959"/>
                </a:solidFill>
                <a:latin typeface="Arial"/>
                <a:ea typeface="Arial"/>
                <a:cs typeface="Arial"/>
                <a:sym typeface="Arial"/>
              </a:defRPr>
            </a:lvl4pPr>
            <a:lvl5pPr indent="-228600" lvl="4" marL="2286000" marR="0" rtl="0" algn="l">
              <a:lnSpc>
                <a:spcPct val="90000"/>
              </a:lnSpc>
              <a:spcBef>
                <a:spcPts val="500"/>
              </a:spcBef>
              <a:spcAft>
                <a:spcPts val="0"/>
              </a:spcAft>
              <a:buClr>
                <a:srgbClr val="595959"/>
              </a:buClr>
              <a:buSzPts val="1600"/>
              <a:buFont typeface="Arial"/>
              <a:buNone/>
              <a:defRPr b="1" i="0" sz="1600" u="none" cap="none" strike="noStrike">
                <a:solidFill>
                  <a:srgbClr val="595959"/>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66" name="Google Shape;66;p15"/>
          <p:cNvSpPr txBox="1"/>
          <p:nvPr>
            <p:ph idx="4" type="body"/>
          </p:nvPr>
        </p:nvSpPr>
        <p:spPr>
          <a:xfrm>
            <a:off x="6172200" y="2879543"/>
            <a:ext cx="5183188" cy="3684588"/>
          </a:xfrm>
          <a:prstGeom prst="rect">
            <a:avLst/>
          </a:prstGeom>
          <a:noFill/>
          <a:ln>
            <a:noFill/>
          </a:ln>
        </p:spPr>
        <p:txBody>
          <a:bodyPr anchorCtr="0" anchor="t" bIns="45700" lIns="91425" spcFirstLastPara="1" rIns="91425" wrap="square" tIns="45700">
            <a:noAutofit/>
          </a:bodyPr>
          <a:lstStyle>
            <a:lvl1pPr indent="-368300" lvl="0" marL="457200" marR="0" rtl="0" algn="l">
              <a:lnSpc>
                <a:spcPct val="90000"/>
              </a:lnSpc>
              <a:spcBef>
                <a:spcPts val="10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1pPr>
            <a:lvl2pPr indent="-368300" lvl="1" marL="9144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2pPr>
            <a:lvl3pPr indent="-368300" lvl="2" marL="13716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3pPr>
            <a:lvl4pPr indent="-368300" lvl="3" marL="18288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4pPr>
            <a:lvl5pPr indent="-368300" lvl="4" marL="22860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ítulo" type="titleOnly">
  <p:cSld name="TITLE_ONLY">
    <p:spTree>
      <p:nvGrpSpPr>
        <p:cNvPr id="67" name="Shape 67"/>
        <p:cNvGrpSpPr/>
        <p:nvPr/>
      </p:nvGrpSpPr>
      <p:grpSpPr>
        <a:xfrm>
          <a:off x="0" y="0"/>
          <a:ext cx="0" cy="0"/>
          <a:chOff x="0" y="0"/>
          <a:chExt cx="0" cy="0"/>
        </a:xfrm>
      </p:grpSpPr>
      <p:pic>
        <p:nvPicPr>
          <p:cNvPr id="68" name="Google Shape;68;p16"/>
          <p:cNvPicPr preferRelativeResize="0"/>
          <p:nvPr/>
        </p:nvPicPr>
        <p:blipFill rotWithShape="1">
          <a:blip r:embed="rId2">
            <a:alphaModFix/>
          </a:blip>
          <a:srcRect b="0" l="0" r="0" t="0"/>
          <a:stretch/>
        </p:blipFill>
        <p:spPr>
          <a:xfrm>
            <a:off x="0" y="12560"/>
            <a:ext cx="12191999" cy="6832879"/>
          </a:xfrm>
          <a:prstGeom prst="rect">
            <a:avLst/>
          </a:prstGeom>
          <a:noFill/>
          <a:ln>
            <a:noFill/>
          </a:ln>
        </p:spPr>
      </p:pic>
      <p:sp>
        <p:nvSpPr>
          <p:cNvPr id="69" name="Google Shape;69;p1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002060"/>
              </a:buClr>
              <a:buSzPts val="3600"/>
              <a:buFont typeface="Arial"/>
              <a:buNone/>
              <a:defRPr b="1" i="0" sz="36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70"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b="0" l="0" r="0" t="0"/>
          <a:stretch/>
        </p:blipFill>
        <p:spPr>
          <a:xfrm>
            <a:off x="0" y="12560"/>
            <a:ext cx="12192000" cy="683287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bg>
      <p:bgPr>
        <a:blipFill>
          <a:blip r:embed="rId2">
            <a:alphaModFix/>
          </a:blip>
          <a:stretch>
            <a:fillRect/>
          </a:stretch>
        </a:blipFill>
      </p:bgPr>
    </p:bg>
    <p:spTree>
      <p:nvGrpSpPr>
        <p:cNvPr id="72" name="Shape 72"/>
        <p:cNvGrpSpPr/>
        <p:nvPr/>
      </p:nvGrpSpPr>
      <p:grpSpPr>
        <a:xfrm>
          <a:off x="0" y="0"/>
          <a:ext cx="0" cy="0"/>
          <a:chOff x="0" y="0"/>
          <a:chExt cx="0" cy="0"/>
        </a:xfrm>
      </p:grpSpPr>
      <p:pic>
        <p:nvPicPr>
          <p:cNvPr id="73" name="Google Shape;73;p18"/>
          <p:cNvPicPr preferRelativeResize="0"/>
          <p:nvPr/>
        </p:nvPicPr>
        <p:blipFill rotWithShape="1">
          <a:blip r:embed="rId3">
            <a:alphaModFix/>
          </a:blip>
          <a:srcRect b="0" l="0" r="0" t="0"/>
          <a:stretch/>
        </p:blipFill>
        <p:spPr>
          <a:xfrm>
            <a:off x="0" y="12560"/>
            <a:ext cx="12192000" cy="6832879"/>
          </a:xfrm>
          <a:prstGeom prst="rect">
            <a:avLst/>
          </a:prstGeom>
          <a:noFill/>
          <a:ln>
            <a:noFill/>
          </a:ln>
        </p:spPr>
      </p:pic>
      <p:sp>
        <p:nvSpPr>
          <p:cNvPr id="74" name="Google Shape;74;p18"/>
          <p:cNvSpPr txBox="1"/>
          <p:nvPr>
            <p:ph type="title"/>
          </p:nvPr>
        </p:nvSpPr>
        <p:spPr>
          <a:xfrm>
            <a:off x="7983538" y="457200"/>
            <a:ext cx="3932237" cy="1600200"/>
          </a:xfrm>
          <a:prstGeom prst="rect">
            <a:avLst/>
          </a:prstGeom>
          <a:noFill/>
          <a:ln>
            <a:noFill/>
          </a:ln>
        </p:spPr>
        <p:txBody>
          <a:bodyPr anchorCtr="0" anchor="b" bIns="45700" lIns="91425" spcFirstLastPara="1" rIns="91425" wrap="square" tIns="45700">
            <a:noAutofit/>
          </a:bodyPr>
          <a:lstStyle>
            <a:lvl1pPr lvl="0" marR="0" rtl="0" algn="r">
              <a:lnSpc>
                <a:spcPct val="90000"/>
              </a:lnSpc>
              <a:spcBef>
                <a:spcPts val="0"/>
              </a:spcBef>
              <a:spcAft>
                <a:spcPts val="0"/>
              </a:spcAft>
              <a:buClr>
                <a:schemeClr val="lt1"/>
              </a:buClr>
              <a:buSzPts val="3200"/>
              <a:buFont typeface="Arial"/>
              <a:buNone/>
              <a:defRPr b="1" i="0" sz="32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5" name="Google Shape;75;p18"/>
          <p:cNvSpPr txBox="1"/>
          <p:nvPr>
            <p:ph idx="1" type="body"/>
          </p:nvPr>
        </p:nvSpPr>
        <p:spPr>
          <a:xfrm>
            <a:off x="439738" y="457201"/>
            <a:ext cx="6684962" cy="5942806"/>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1pPr>
            <a:lvl2pPr indent="-368300" lvl="1" marL="9144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2pPr>
            <a:lvl3pPr indent="-368300" lvl="2" marL="13716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3pPr>
            <a:lvl4pPr indent="-368300" lvl="3" marL="18288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4pPr>
            <a:lvl5pPr indent="-368300" lvl="4" marL="2286000" marR="0" rtl="0" algn="l">
              <a:lnSpc>
                <a:spcPct val="90000"/>
              </a:lnSpc>
              <a:spcBef>
                <a:spcPts val="500"/>
              </a:spcBef>
              <a:spcAft>
                <a:spcPts val="0"/>
              </a:spcAft>
              <a:buClr>
                <a:srgbClr val="595959"/>
              </a:buClr>
              <a:buSzPts val="2200"/>
              <a:buFont typeface="Arial"/>
              <a:buChar char="•"/>
              <a:defRPr b="0" i="0" sz="2200" u="none" cap="none" strike="noStrike">
                <a:solidFill>
                  <a:srgbClr val="595959"/>
                </a:solidFill>
                <a:latin typeface="Arial"/>
                <a:ea typeface="Arial"/>
                <a:cs typeface="Arial"/>
                <a:sym typeface="Arial"/>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76" name="Google Shape;76;p18"/>
          <p:cNvSpPr txBox="1"/>
          <p:nvPr>
            <p:ph idx="2" type="body"/>
          </p:nvPr>
        </p:nvSpPr>
        <p:spPr>
          <a:xfrm>
            <a:off x="7983538" y="2305050"/>
            <a:ext cx="3932237" cy="4094956"/>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rgbClr val="595959"/>
              </a:buClr>
              <a:buSzPts val="1400"/>
              <a:buFont typeface="Arial"/>
              <a:buNone/>
              <a:defRPr b="0" i="0" sz="1400" u="none" cap="none" strike="noStrike">
                <a:solidFill>
                  <a:srgbClr val="595959"/>
                </a:solidFill>
                <a:latin typeface="Arial"/>
                <a:ea typeface="Arial"/>
                <a:cs typeface="Arial"/>
                <a:sym typeface="Arial"/>
              </a:defRPr>
            </a:lvl2pPr>
            <a:lvl3pPr indent="-228600" lvl="2" marL="1371600" marR="0" rtl="0" algn="l">
              <a:lnSpc>
                <a:spcPct val="90000"/>
              </a:lnSpc>
              <a:spcBef>
                <a:spcPts val="500"/>
              </a:spcBef>
              <a:spcAft>
                <a:spcPts val="0"/>
              </a:spcAft>
              <a:buClr>
                <a:srgbClr val="595959"/>
              </a:buClr>
              <a:buSzPts val="1200"/>
              <a:buFont typeface="Arial"/>
              <a:buNone/>
              <a:defRPr b="0" i="0" sz="1200" u="none" cap="none" strike="noStrike">
                <a:solidFill>
                  <a:srgbClr val="595959"/>
                </a:solidFill>
                <a:latin typeface="Arial"/>
                <a:ea typeface="Arial"/>
                <a:cs typeface="Arial"/>
                <a:sym typeface="Arial"/>
              </a:defRPr>
            </a:lvl3pPr>
            <a:lvl4pPr indent="-228600" lvl="3" marL="1828800" marR="0" rtl="0" algn="l">
              <a:lnSpc>
                <a:spcPct val="90000"/>
              </a:lnSpc>
              <a:spcBef>
                <a:spcPts val="50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228600" lvl="4" marL="2286000" marR="0" rtl="0" algn="l">
              <a:lnSpc>
                <a:spcPct val="90000"/>
              </a:lnSpc>
              <a:spcBef>
                <a:spcPts val="50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ido con título">
  <p:cSld name="1_Contenido con título">
    <p:bg>
      <p:bgPr>
        <a:blipFill>
          <a:blip r:embed="rId2">
            <a:alphaModFix/>
          </a:blip>
          <a:stretch>
            <a:fillRect/>
          </a:stretch>
        </a:blipFill>
      </p:bgPr>
    </p:bg>
    <p:spTree>
      <p:nvGrpSpPr>
        <p:cNvPr id="77" name="Shape 77"/>
        <p:cNvGrpSpPr/>
        <p:nvPr/>
      </p:nvGrpSpPr>
      <p:grpSpPr>
        <a:xfrm>
          <a:off x="0" y="0"/>
          <a:ext cx="0" cy="0"/>
          <a:chOff x="0" y="0"/>
          <a:chExt cx="0" cy="0"/>
        </a:xfrm>
      </p:grpSpPr>
      <p:pic>
        <p:nvPicPr>
          <p:cNvPr id="78" name="Google Shape;78;p19"/>
          <p:cNvPicPr preferRelativeResize="0"/>
          <p:nvPr/>
        </p:nvPicPr>
        <p:blipFill rotWithShape="1">
          <a:blip r:embed="rId3">
            <a:alphaModFix/>
          </a:blip>
          <a:srcRect b="0" l="0" r="0" t="0"/>
          <a:stretch/>
        </p:blipFill>
        <p:spPr>
          <a:xfrm>
            <a:off x="-67857" y="-25469"/>
            <a:ext cx="12327715" cy="6908939"/>
          </a:xfrm>
          <a:prstGeom prst="rect">
            <a:avLst/>
          </a:prstGeom>
          <a:noFill/>
          <a:ln>
            <a:noFill/>
          </a:ln>
        </p:spPr>
      </p:pic>
      <p:sp>
        <p:nvSpPr>
          <p:cNvPr id="79" name="Google Shape;79;p19"/>
          <p:cNvSpPr txBox="1"/>
          <p:nvPr>
            <p:ph type="title"/>
          </p:nvPr>
        </p:nvSpPr>
        <p:spPr>
          <a:xfrm>
            <a:off x="7632295" y="1110386"/>
            <a:ext cx="3696105" cy="1422400"/>
          </a:xfrm>
          <a:prstGeom prst="rect">
            <a:avLst/>
          </a:prstGeom>
          <a:noFill/>
          <a:ln>
            <a:noFill/>
          </a:ln>
        </p:spPr>
        <p:txBody>
          <a:bodyPr anchorCtr="0" anchor="b" bIns="45700" lIns="91425" spcFirstLastPara="1" rIns="91425" wrap="square" tIns="45700">
            <a:noAutofit/>
          </a:bodyPr>
          <a:lstStyle>
            <a:lvl1pPr lvl="0" marR="0" rtl="0" algn="r">
              <a:lnSpc>
                <a:spcPct val="90000"/>
              </a:lnSpc>
              <a:spcBef>
                <a:spcPts val="0"/>
              </a:spcBef>
              <a:spcAft>
                <a:spcPts val="0"/>
              </a:spcAft>
              <a:buClr>
                <a:srgbClr val="002060"/>
              </a:buClr>
              <a:buSzPts val="3200"/>
              <a:buFont typeface="Arial"/>
              <a:buNone/>
              <a:defRPr b="1" i="0" sz="32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9"/>
          <p:cNvSpPr txBox="1"/>
          <p:nvPr>
            <p:ph idx="1" type="body"/>
          </p:nvPr>
        </p:nvSpPr>
        <p:spPr>
          <a:xfrm>
            <a:off x="439738" y="457201"/>
            <a:ext cx="6261099" cy="5942806"/>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1pPr>
            <a:lvl2pPr indent="-368300" lvl="1" marL="9144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2pPr>
            <a:lvl3pPr indent="-368300" lvl="2" marL="13716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3pPr>
            <a:lvl4pPr indent="-368300" lvl="3" marL="18288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4pPr>
            <a:lvl5pPr indent="-368300" lvl="4" marL="22860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1" name="Google Shape;81;p19"/>
          <p:cNvSpPr txBox="1"/>
          <p:nvPr>
            <p:ph idx="2" type="body"/>
          </p:nvPr>
        </p:nvSpPr>
        <p:spPr>
          <a:xfrm>
            <a:off x="7924800" y="2768600"/>
            <a:ext cx="3403600" cy="3631406"/>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rgbClr val="595959"/>
              </a:buClr>
              <a:buSzPts val="2400"/>
              <a:buFont typeface="Arial"/>
              <a:buNone/>
              <a:defRPr b="0" i="0" sz="2400" u="none" cap="none" strike="noStrike">
                <a:solidFill>
                  <a:srgbClr val="595959"/>
                </a:solidFill>
                <a:latin typeface="Arial"/>
                <a:ea typeface="Arial"/>
                <a:cs typeface="Arial"/>
                <a:sym typeface="Arial"/>
              </a:defRPr>
            </a:lvl1pPr>
            <a:lvl2pPr indent="-228600" lvl="1" marL="914400" marR="0" rtl="0" algn="l">
              <a:lnSpc>
                <a:spcPct val="90000"/>
              </a:lnSpc>
              <a:spcBef>
                <a:spcPts val="500"/>
              </a:spcBef>
              <a:spcAft>
                <a:spcPts val="0"/>
              </a:spcAft>
              <a:buClr>
                <a:srgbClr val="595959"/>
              </a:buClr>
              <a:buSzPts val="1400"/>
              <a:buFont typeface="Arial"/>
              <a:buNone/>
              <a:defRPr b="0" i="0" sz="1400" u="none" cap="none" strike="noStrike">
                <a:solidFill>
                  <a:srgbClr val="595959"/>
                </a:solidFill>
                <a:latin typeface="Arial"/>
                <a:ea typeface="Arial"/>
                <a:cs typeface="Arial"/>
                <a:sym typeface="Arial"/>
              </a:defRPr>
            </a:lvl2pPr>
            <a:lvl3pPr indent="-228600" lvl="2" marL="1371600" marR="0" rtl="0" algn="l">
              <a:lnSpc>
                <a:spcPct val="90000"/>
              </a:lnSpc>
              <a:spcBef>
                <a:spcPts val="500"/>
              </a:spcBef>
              <a:spcAft>
                <a:spcPts val="0"/>
              </a:spcAft>
              <a:buClr>
                <a:srgbClr val="595959"/>
              </a:buClr>
              <a:buSzPts val="1200"/>
              <a:buFont typeface="Arial"/>
              <a:buNone/>
              <a:defRPr b="0" i="0" sz="1200" u="none" cap="none" strike="noStrike">
                <a:solidFill>
                  <a:srgbClr val="595959"/>
                </a:solidFill>
                <a:latin typeface="Arial"/>
                <a:ea typeface="Arial"/>
                <a:cs typeface="Arial"/>
                <a:sym typeface="Arial"/>
              </a:defRPr>
            </a:lvl3pPr>
            <a:lvl4pPr indent="-228600" lvl="3" marL="1828800" marR="0" rtl="0" algn="l">
              <a:lnSpc>
                <a:spcPct val="90000"/>
              </a:lnSpc>
              <a:spcBef>
                <a:spcPts val="50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228600" lvl="4" marL="2286000" marR="0" rtl="0" algn="l">
              <a:lnSpc>
                <a:spcPct val="90000"/>
              </a:lnSpc>
              <a:spcBef>
                <a:spcPts val="50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n con título">
  <p:cSld name="1_Imagen con título">
    <p:bg>
      <p:bgPr>
        <a:blipFill>
          <a:blip r:embed="rId2">
            <a:alphaModFix/>
          </a:blip>
          <a:stretch>
            <a:fillRect/>
          </a:stretch>
        </a:blipFill>
      </p:bgPr>
    </p:bg>
    <p:spTree>
      <p:nvGrpSpPr>
        <p:cNvPr id="82" name="Shape 82"/>
        <p:cNvGrpSpPr/>
        <p:nvPr/>
      </p:nvGrpSpPr>
      <p:grpSpPr>
        <a:xfrm>
          <a:off x="0" y="0"/>
          <a:ext cx="0" cy="0"/>
          <a:chOff x="0" y="0"/>
          <a:chExt cx="0" cy="0"/>
        </a:xfrm>
      </p:grpSpPr>
      <p:pic>
        <p:nvPicPr>
          <p:cNvPr id="83" name="Google Shape;83;p20"/>
          <p:cNvPicPr preferRelativeResize="0"/>
          <p:nvPr/>
        </p:nvPicPr>
        <p:blipFill rotWithShape="1">
          <a:blip r:embed="rId3">
            <a:alphaModFix/>
          </a:blip>
          <a:srcRect b="0" l="0" r="0" t="0"/>
          <a:stretch/>
        </p:blipFill>
        <p:spPr>
          <a:xfrm>
            <a:off x="-79188" y="-31819"/>
            <a:ext cx="12350376" cy="6921639"/>
          </a:xfrm>
          <a:prstGeom prst="rect">
            <a:avLst/>
          </a:prstGeom>
          <a:noFill/>
          <a:ln>
            <a:noFill/>
          </a:ln>
        </p:spPr>
      </p:pic>
      <p:sp>
        <p:nvSpPr>
          <p:cNvPr id="84" name="Google Shape;84;p20"/>
          <p:cNvSpPr txBox="1"/>
          <p:nvPr>
            <p:ph type="title"/>
          </p:nvPr>
        </p:nvSpPr>
        <p:spPr>
          <a:xfrm>
            <a:off x="673100" y="685800"/>
            <a:ext cx="3879851"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rgbClr val="002060"/>
              </a:buClr>
              <a:buSzPts val="3200"/>
              <a:buFont typeface="Arial"/>
              <a:buNone/>
              <a:defRPr b="1" i="0" sz="32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5" name="Google Shape;85;p20"/>
          <p:cNvSpPr txBox="1"/>
          <p:nvPr>
            <p:ph idx="1" type="body"/>
          </p:nvPr>
        </p:nvSpPr>
        <p:spPr>
          <a:xfrm>
            <a:off x="889000" y="2425700"/>
            <a:ext cx="3517900" cy="37465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rgbClr val="595959"/>
              </a:buClr>
              <a:buSzPts val="2400"/>
              <a:buFont typeface="Arial"/>
              <a:buNone/>
              <a:defRPr b="0" i="0" sz="2400" u="none" cap="none" strike="noStrike">
                <a:solidFill>
                  <a:srgbClr val="595959"/>
                </a:solidFill>
                <a:latin typeface="Arial"/>
                <a:ea typeface="Arial"/>
                <a:cs typeface="Arial"/>
                <a:sym typeface="Arial"/>
              </a:defRPr>
            </a:lvl1pPr>
            <a:lvl2pPr indent="-228600" lvl="1" marL="914400" marR="0" rtl="0" algn="l">
              <a:lnSpc>
                <a:spcPct val="90000"/>
              </a:lnSpc>
              <a:spcBef>
                <a:spcPts val="500"/>
              </a:spcBef>
              <a:spcAft>
                <a:spcPts val="0"/>
              </a:spcAft>
              <a:buClr>
                <a:srgbClr val="595959"/>
              </a:buClr>
              <a:buSzPts val="1400"/>
              <a:buFont typeface="Arial"/>
              <a:buNone/>
              <a:defRPr b="0" i="0" sz="1400" u="none" cap="none" strike="noStrike">
                <a:solidFill>
                  <a:srgbClr val="595959"/>
                </a:solidFill>
                <a:latin typeface="Arial"/>
                <a:ea typeface="Arial"/>
                <a:cs typeface="Arial"/>
                <a:sym typeface="Arial"/>
              </a:defRPr>
            </a:lvl2pPr>
            <a:lvl3pPr indent="-228600" lvl="2" marL="1371600" marR="0" rtl="0" algn="l">
              <a:lnSpc>
                <a:spcPct val="90000"/>
              </a:lnSpc>
              <a:spcBef>
                <a:spcPts val="500"/>
              </a:spcBef>
              <a:spcAft>
                <a:spcPts val="0"/>
              </a:spcAft>
              <a:buClr>
                <a:srgbClr val="595959"/>
              </a:buClr>
              <a:buSzPts val="1200"/>
              <a:buFont typeface="Arial"/>
              <a:buNone/>
              <a:defRPr b="0" i="0" sz="1200" u="none" cap="none" strike="noStrike">
                <a:solidFill>
                  <a:srgbClr val="595959"/>
                </a:solidFill>
                <a:latin typeface="Arial"/>
                <a:ea typeface="Arial"/>
                <a:cs typeface="Arial"/>
                <a:sym typeface="Arial"/>
              </a:defRPr>
            </a:lvl3pPr>
            <a:lvl4pPr indent="-228600" lvl="3" marL="1828800" marR="0" rtl="0" algn="l">
              <a:lnSpc>
                <a:spcPct val="90000"/>
              </a:lnSpc>
              <a:spcBef>
                <a:spcPts val="50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228600" lvl="4" marL="2286000" marR="0" rtl="0" algn="l">
              <a:lnSpc>
                <a:spcPct val="90000"/>
              </a:lnSpc>
              <a:spcBef>
                <a:spcPts val="50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p:txBody>
      </p:sp>
      <p:sp>
        <p:nvSpPr>
          <p:cNvPr id="86" name="Google Shape;86;p20"/>
          <p:cNvSpPr txBox="1"/>
          <p:nvPr>
            <p:ph idx="2" type="body"/>
          </p:nvPr>
        </p:nvSpPr>
        <p:spPr>
          <a:xfrm>
            <a:off x="4838974" y="857250"/>
            <a:ext cx="6876776" cy="5581650"/>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1pPr>
            <a:lvl2pPr indent="-368300" lvl="1" marL="9144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2pPr>
            <a:lvl3pPr indent="-368300" lvl="2" marL="13716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3pPr>
            <a:lvl4pPr indent="-368300" lvl="3" marL="18288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4pPr>
            <a:lvl5pPr indent="-368300" lvl="4" marL="2286000" marR="0" rtl="0" algn="l">
              <a:lnSpc>
                <a:spcPct val="90000"/>
              </a:lnSpc>
              <a:spcBef>
                <a:spcPts val="500"/>
              </a:spcBef>
              <a:spcAft>
                <a:spcPts val="0"/>
              </a:spcAft>
              <a:buClr>
                <a:schemeClr val="lt1"/>
              </a:buClr>
              <a:buSzPts val="2200"/>
              <a:buFont typeface="Arial"/>
              <a:buChar char="•"/>
              <a:defRPr b="0" i="0" sz="2200" u="none" cap="none" strike="noStrike">
                <a:solidFill>
                  <a:schemeClr val="lt1"/>
                </a:solidFill>
                <a:latin typeface="Arial"/>
                <a:ea typeface="Arial"/>
                <a:cs typeface="Arial"/>
                <a:sym typeface="Arial"/>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8.xml"/><Relationship Id="rId11" Type="http://schemas.openxmlformats.org/officeDocument/2006/relationships/slideLayout" Target="../slideLayouts/slideLayout9.xml"/><Relationship Id="rId22" Type="http://schemas.openxmlformats.org/officeDocument/2006/relationships/theme" Target="../theme/theme2.xml"/><Relationship Id="rId10" Type="http://schemas.openxmlformats.org/officeDocument/2006/relationships/slideLayout" Target="../slideLayouts/slideLayout8.xml"/><Relationship Id="rId21" Type="http://schemas.openxmlformats.org/officeDocument/2006/relationships/slideLayout" Target="../slideLayouts/slideLayout19.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5.jpg"/><Relationship Id="rId2" Type="http://schemas.openxmlformats.org/officeDocument/2006/relationships/image" Target="../media/image6.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2">
            <a:alphaModFix/>
          </a:blip>
          <a:srcRect b="0" l="0" r="0" t="0"/>
          <a:stretch/>
        </p:blipFill>
        <p:spPr>
          <a:xfrm>
            <a:off x="0" y="12560"/>
            <a:ext cx="12192000" cy="683287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1"/>
          <p:cNvSpPr txBox="1"/>
          <p:nvPr>
            <p:ph type="ctrTitle"/>
          </p:nvPr>
        </p:nvSpPr>
        <p:spPr>
          <a:xfrm>
            <a:off x="1524000" y="2834354"/>
            <a:ext cx="9144000" cy="1176066"/>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Arial Black"/>
              <a:buNone/>
            </a:pPr>
            <a:r>
              <a:rPr lang="es-CO">
                <a:latin typeface="Arial Black"/>
                <a:ea typeface="Arial Black"/>
                <a:cs typeface="Arial Black"/>
                <a:sym typeface="Arial Black"/>
              </a:rPr>
              <a:t>Estructuras de Cadenas, Diccionarios y Búsqueda Por Prefijos</a:t>
            </a:r>
            <a:endParaRPr/>
          </a:p>
        </p:txBody>
      </p:sp>
      <p:sp>
        <p:nvSpPr>
          <p:cNvPr id="92" name="Google Shape;92;p21"/>
          <p:cNvSpPr txBox="1"/>
          <p:nvPr>
            <p:ph idx="1" type="subTitle"/>
          </p:nvPr>
        </p:nvSpPr>
        <p:spPr>
          <a:xfrm>
            <a:off x="1524000" y="4698340"/>
            <a:ext cx="9144000" cy="89158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1600"/>
              <a:buNone/>
            </a:pPr>
            <a:r>
              <a:rPr lang="es-CO" sz="1600">
                <a:latin typeface="Arial"/>
                <a:ea typeface="Arial"/>
                <a:cs typeface="Arial"/>
                <a:sym typeface="Arial"/>
              </a:rPr>
              <a:t>Jhonatan Oquendo </a:t>
            </a:r>
            <a:endParaRPr/>
          </a:p>
          <a:p>
            <a:pPr indent="0" lvl="0" marL="0" rtl="0" algn="ctr">
              <a:lnSpc>
                <a:spcPct val="90000"/>
              </a:lnSpc>
              <a:spcBef>
                <a:spcPts val="1000"/>
              </a:spcBef>
              <a:spcAft>
                <a:spcPts val="0"/>
              </a:spcAft>
              <a:buClr>
                <a:schemeClr val="lt1"/>
              </a:buClr>
              <a:buSzPts val="1600"/>
              <a:buNone/>
            </a:pPr>
            <a:r>
              <a:rPr lang="es-CO" sz="1600">
                <a:latin typeface="Arial"/>
                <a:ea typeface="Arial"/>
                <a:cs typeface="Arial"/>
                <a:sym typeface="Arial"/>
              </a:rPr>
              <a:t>Tomas Vergara </a:t>
            </a:r>
            <a:endParaRPr sz="1600"/>
          </a:p>
        </p:txBody>
      </p:sp>
      <p:cxnSp>
        <p:nvCxnSpPr>
          <p:cNvPr id="93" name="Google Shape;93;p21"/>
          <p:cNvCxnSpPr/>
          <p:nvPr/>
        </p:nvCxnSpPr>
        <p:spPr>
          <a:xfrm>
            <a:off x="1405128" y="4297837"/>
            <a:ext cx="9381744" cy="0"/>
          </a:xfrm>
          <a:prstGeom prst="straightConnector1">
            <a:avLst/>
          </a:prstGeom>
          <a:noFill/>
          <a:ln cap="flat" cmpd="sng" w="28575">
            <a:solidFill>
              <a:srgbClr val="00B0F0"/>
            </a:solidFill>
            <a:prstDash val="solid"/>
            <a:miter lim="8000"/>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2"/>
          <p:cNvSpPr txBox="1"/>
          <p:nvPr>
            <p:ph type="title"/>
          </p:nvPr>
        </p:nvSpPr>
        <p:spPr>
          <a:xfrm>
            <a:off x="4011" y="2978269"/>
            <a:ext cx="4478576" cy="89571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s-CO" sz="5400">
                <a:latin typeface="Arial"/>
                <a:ea typeface="Arial"/>
                <a:cs typeface="Arial"/>
                <a:sym typeface="Arial"/>
              </a:rPr>
              <a:t>Cadenas</a:t>
            </a:r>
            <a:endParaRPr sz="5400">
              <a:latin typeface="Arial"/>
              <a:ea typeface="Arial"/>
              <a:cs typeface="Arial"/>
              <a:sym typeface="Arial"/>
            </a:endParaRPr>
          </a:p>
        </p:txBody>
      </p:sp>
      <p:sp>
        <p:nvSpPr>
          <p:cNvPr id="99" name="Google Shape;99;p22"/>
          <p:cNvSpPr txBox="1"/>
          <p:nvPr>
            <p:ph idx="2" type="body"/>
          </p:nvPr>
        </p:nvSpPr>
        <p:spPr>
          <a:xfrm>
            <a:off x="4824597" y="1001024"/>
            <a:ext cx="6876776" cy="486278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595959"/>
              </a:buClr>
              <a:buSzPct val="100000"/>
              <a:buChar char="•"/>
            </a:pPr>
            <a:r>
              <a:rPr lang="es-CO">
                <a:latin typeface="Arial"/>
                <a:ea typeface="Arial"/>
                <a:cs typeface="Arial"/>
                <a:sym typeface="Arial"/>
              </a:rPr>
              <a:t>Es una </a:t>
            </a:r>
            <a:r>
              <a:rPr b="1" lang="es-CO">
                <a:latin typeface="Arial"/>
                <a:ea typeface="Arial"/>
                <a:cs typeface="Arial"/>
                <a:sym typeface="Arial"/>
              </a:rPr>
              <a:t>secuencia ordenada de caracteres</a:t>
            </a:r>
            <a:r>
              <a:rPr lang="es-CO">
                <a:latin typeface="Arial"/>
                <a:ea typeface="Arial"/>
                <a:cs typeface="Arial"/>
                <a:sym typeface="Arial"/>
              </a:rPr>
              <a:t> que se utiliza para </a:t>
            </a:r>
            <a:r>
              <a:rPr b="1" lang="es-CO">
                <a:latin typeface="Arial"/>
                <a:ea typeface="Arial"/>
                <a:cs typeface="Arial"/>
                <a:sym typeface="Arial"/>
              </a:rPr>
              <a:t>representar texto</a:t>
            </a:r>
            <a:r>
              <a:rPr lang="es-CO">
                <a:latin typeface="Arial"/>
                <a:ea typeface="Arial"/>
                <a:cs typeface="Arial"/>
                <a:sym typeface="Arial"/>
              </a:rPr>
              <a:t> en programación.</a:t>
            </a:r>
            <a:endParaRPr/>
          </a:p>
          <a:p>
            <a:pPr indent="-99378" lvl="0" marL="228600" rtl="0" algn="l">
              <a:lnSpc>
                <a:spcPct val="90000"/>
              </a:lnSpc>
              <a:spcBef>
                <a:spcPts val="1000"/>
              </a:spcBef>
              <a:spcAft>
                <a:spcPts val="0"/>
              </a:spcAft>
              <a:buClr>
                <a:srgbClr val="595959"/>
              </a:buClr>
              <a:buSzPct val="100000"/>
              <a:buNone/>
            </a:pPr>
            <a:r>
              <a:t/>
            </a:r>
            <a:endParaRPr/>
          </a:p>
          <a:p>
            <a:pPr indent="-228600" lvl="0" marL="228600" rtl="0" algn="l">
              <a:lnSpc>
                <a:spcPct val="90000"/>
              </a:lnSpc>
              <a:spcBef>
                <a:spcPts val="1000"/>
              </a:spcBef>
              <a:spcAft>
                <a:spcPts val="0"/>
              </a:spcAft>
              <a:buClr>
                <a:srgbClr val="595959"/>
              </a:buClr>
              <a:buSzPct val="100000"/>
              <a:buChar char="•"/>
            </a:pPr>
            <a:r>
              <a:rPr lang="es-CO">
                <a:latin typeface="Arial"/>
                <a:ea typeface="Arial"/>
                <a:cs typeface="Arial"/>
                <a:sym typeface="Arial"/>
              </a:rPr>
              <a:t>Se</a:t>
            </a:r>
            <a:r>
              <a:rPr b="1" lang="es-CO">
                <a:latin typeface="Arial"/>
                <a:ea typeface="Arial"/>
                <a:cs typeface="Arial"/>
                <a:sym typeface="Arial"/>
              </a:rPr>
              <a:t> almacenan en la memoria como un arreglo</a:t>
            </a:r>
            <a:r>
              <a:rPr lang="es-CO">
                <a:latin typeface="Arial"/>
                <a:ea typeface="Arial"/>
                <a:cs typeface="Arial"/>
                <a:sym typeface="Arial"/>
              </a:rPr>
              <a:t> consecutivo de caracteres.</a:t>
            </a:r>
            <a:endParaRPr/>
          </a:p>
          <a:p>
            <a:pPr indent="-99378" lvl="0" marL="228600" rtl="0" algn="l">
              <a:lnSpc>
                <a:spcPct val="90000"/>
              </a:lnSpc>
              <a:spcBef>
                <a:spcPts val="1000"/>
              </a:spcBef>
              <a:spcAft>
                <a:spcPts val="0"/>
              </a:spcAft>
              <a:buClr>
                <a:srgbClr val="595959"/>
              </a:buClr>
              <a:buSzPct val="100000"/>
              <a:buNone/>
            </a:pPr>
            <a:r>
              <a:t/>
            </a:r>
            <a:endParaRPr>
              <a:latin typeface="Arial"/>
              <a:ea typeface="Arial"/>
              <a:cs typeface="Arial"/>
              <a:sym typeface="Arial"/>
            </a:endParaRPr>
          </a:p>
          <a:p>
            <a:pPr indent="-228600" lvl="0" marL="228600" rtl="0" algn="l">
              <a:lnSpc>
                <a:spcPct val="90000"/>
              </a:lnSpc>
              <a:spcBef>
                <a:spcPts val="1000"/>
              </a:spcBef>
              <a:spcAft>
                <a:spcPts val="0"/>
              </a:spcAft>
              <a:buClr>
                <a:srgbClr val="595959"/>
              </a:buClr>
              <a:buSzPct val="100000"/>
              <a:buChar char="•"/>
            </a:pPr>
            <a:r>
              <a:rPr lang="es-CO">
                <a:latin typeface="Arial"/>
                <a:ea typeface="Arial"/>
                <a:cs typeface="Arial"/>
                <a:sym typeface="Arial"/>
              </a:rPr>
              <a:t>Funcionamiento: Acceso directo por índice en tiempo O(1), pero búsqueda o recorrido lineal de coste O(N).</a:t>
            </a:r>
            <a:endParaRPr/>
          </a:p>
          <a:p>
            <a:pPr indent="-99378" lvl="0" marL="228600" rtl="0" algn="l">
              <a:lnSpc>
                <a:spcPct val="90000"/>
              </a:lnSpc>
              <a:spcBef>
                <a:spcPts val="1000"/>
              </a:spcBef>
              <a:spcAft>
                <a:spcPts val="0"/>
              </a:spcAft>
              <a:buClr>
                <a:srgbClr val="595959"/>
              </a:buClr>
              <a:buSzPct val="100000"/>
              <a:buNone/>
            </a:pPr>
            <a:r>
              <a:t/>
            </a:r>
            <a:endParaRPr/>
          </a:p>
          <a:p>
            <a:pPr indent="-228600" lvl="0" marL="228600" rtl="0" algn="l">
              <a:lnSpc>
                <a:spcPct val="90000"/>
              </a:lnSpc>
              <a:spcBef>
                <a:spcPts val="1000"/>
              </a:spcBef>
              <a:spcAft>
                <a:spcPts val="0"/>
              </a:spcAft>
              <a:buClr>
                <a:srgbClr val="595959"/>
              </a:buClr>
              <a:buSzPct val="100000"/>
              <a:buChar char="•"/>
            </a:pPr>
            <a:r>
              <a:rPr lang="es-CO">
                <a:latin typeface="Arial"/>
                <a:ea typeface="Arial"/>
                <a:cs typeface="Arial"/>
                <a:sym typeface="Arial"/>
              </a:rPr>
              <a:t>Son </a:t>
            </a:r>
            <a:r>
              <a:rPr b="1" lang="es-CO">
                <a:latin typeface="Arial"/>
                <a:ea typeface="Arial"/>
                <a:cs typeface="Arial"/>
                <a:sym typeface="Arial"/>
              </a:rPr>
              <a:t>inmutables. </a:t>
            </a:r>
            <a:r>
              <a:rPr lang="es-CO">
                <a:latin typeface="Arial"/>
                <a:ea typeface="Arial"/>
                <a:cs typeface="Arial"/>
                <a:sym typeface="Arial"/>
              </a:rPr>
              <a:t>Si intentas cambiar un carácter, el sistema crea una cadena totalmente nueva en la memoria</a:t>
            </a:r>
            <a:endParaRPr/>
          </a:p>
          <a:p>
            <a:pPr indent="-99378" lvl="0" marL="228600" rtl="0" algn="l">
              <a:lnSpc>
                <a:spcPct val="90000"/>
              </a:lnSpc>
              <a:spcBef>
                <a:spcPts val="1000"/>
              </a:spcBef>
              <a:spcAft>
                <a:spcPts val="0"/>
              </a:spcAft>
              <a:buClr>
                <a:srgbClr val="595959"/>
              </a:buClr>
              <a:buSzPct val="100000"/>
              <a:buNone/>
            </a:pPr>
            <a:r>
              <a:t/>
            </a:r>
            <a:endParaRPr/>
          </a:p>
          <a:p>
            <a:pPr indent="-228600" lvl="0" marL="228600" rtl="0" algn="l">
              <a:lnSpc>
                <a:spcPct val="90000"/>
              </a:lnSpc>
              <a:spcBef>
                <a:spcPts val="1000"/>
              </a:spcBef>
              <a:spcAft>
                <a:spcPts val="0"/>
              </a:spcAft>
              <a:buClr>
                <a:srgbClr val="595959"/>
              </a:buClr>
              <a:buSzPct val="100000"/>
              <a:buChar char="•"/>
            </a:pPr>
            <a:r>
              <a:rPr lang="es-CO">
                <a:latin typeface="Arial"/>
                <a:ea typeface="Arial"/>
                <a:cs typeface="Arial"/>
                <a:sym typeface="Arial"/>
              </a:rPr>
              <a:t>Operaciones comunes: Concatenacion, Acceso por indice, slicing</a:t>
            </a:r>
            <a:endParaRPr/>
          </a:p>
          <a:p>
            <a:pPr indent="0" lvl="0" marL="0" rtl="0" algn="l">
              <a:lnSpc>
                <a:spcPct val="90000"/>
              </a:lnSpc>
              <a:spcBef>
                <a:spcPts val="1000"/>
              </a:spcBef>
              <a:spcAft>
                <a:spcPts val="0"/>
              </a:spcAft>
              <a:buClr>
                <a:srgbClr val="595959"/>
              </a:buClr>
              <a:buSzPct val="100000"/>
              <a:buNone/>
            </a:pPr>
            <a:r>
              <a:t/>
            </a:r>
            <a:endParaRPr/>
          </a:p>
        </p:txBody>
      </p:sp>
      <p:sp>
        <p:nvSpPr>
          <p:cNvPr id="100" name="Google Shape;100;p22"/>
          <p:cNvSpPr/>
          <p:nvPr/>
        </p:nvSpPr>
        <p:spPr>
          <a:xfrm>
            <a:off x="11433048" y="0"/>
            <a:ext cx="758952" cy="758952"/>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CO" sz="1800" u="none" cap="none" strike="noStrike">
                <a:solidFill>
                  <a:schemeClr val="lt1"/>
                </a:solidFill>
                <a:latin typeface="Arial"/>
                <a:ea typeface="Arial"/>
                <a:cs typeface="Arial"/>
                <a:sym typeface="Arial"/>
              </a:rPr>
              <a:t>1</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3"/>
          <p:cNvSpPr txBox="1"/>
          <p:nvPr>
            <p:ph type="title"/>
          </p:nvPr>
        </p:nvSpPr>
        <p:spPr>
          <a:xfrm>
            <a:off x="4012" y="3193929"/>
            <a:ext cx="4521707" cy="89571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s-CO" sz="5400">
                <a:latin typeface="Arial"/>
                <a:ea typeface="Arial"/>
                <a:cs typeface="Arial"/>
                <a:sym typeface="Arial"/>
              </a:rPr>
              <a:t>Operaciones Cadenas</a:t>
            </a:r>
            <a:endParaRPr sz="5400"/>
          </a:p>
        </p:txBody>
      </p:sp>
      <p:pic>
        <p:nvPicPr>
          <p:cNvPr id="106" name="Google Shape;106;p23"/>
          <p:cNvPicPr preferRelativeResize="0"/>
          <p:nvPr>
            <p:ph idx="2" type="body"/>
          </p:nvPr>
        </p:nvPicPr>
        <p:blipFill>
          <a:blip r:embed="rId3">
            <a:alphaModFix/>
          </a:blip>
          <a:stretch>
            <a:fillRect/>
          </a:stretch>
        </p:blipFill>
        <p:spPr>
          <a:xfrm>
            <a:off x="4525725" y="726900"/>
            <a:ext cx="7546200" cy="5404200"/>
          </a:xfrm>
          <a:prstGeom prst="rect">
            <a:avLst/>
          </a:prstGeom>
          <a:noFill/>
        </p:spPr>
      </p:pic>
      <p:sp>
        <p:nvSpPr>
          <p:cNvPr id="107" name="Google Shape;107;p23"/>
          <p:cNvSpPr/>
          <p:nvPr/>
        </p:nvSpPr>
        <p:spPr>
          <a:xfrm>
            <a:off x="11433048" y="0"/>
            <a:ext cx="758952" cy="758952"/>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CO" sz="1800">
                <a:solidFill>
                  <a:schemeClr val="lt1"/>
                </a:solidFill>
              </a:rPr>
              <a:t>2</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4"/>
          <p:cNvSpPr txBox="1"/>
          <p:nvPr>
            <p:ph type="title"/>
          </p:nvPr>
        </p:nvSpPr>
        <p:spPr>
          <a:xfrm>
            <a:off x="4012" y="3193929"/>
            <a:ext cx="4521707" cy="89571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s-CO" sz="5400">
                <a:latin typeface="Arial"/>
                <a:ea typeface="Arial"/>
                <a:cs typeface="Arial"/>
                <a:sym typeface="Arial"/>
              </a:rPr>
              <a:t>Ej. Cadenas</a:t>
            </a:r>
            <a:br>
              <a:rPr lang="es-CO" sz="5400">
                <a:latin typeface="Arial"/>
                <a:ea typeface="Arial"/>
                <a:cs typeface="Arial"/>
                <a:sym typeface="Arial"/>
              </a:rPr>
            </a:br>
            <a:endParaRPr sz="5400"/>
          </a:p>
        </p:txBody>
      </p:sp>
      <p:sp>
        <p:nvSpPr>
          <p:cNvPr id="113" name="Google Shape;113;p24"/>
          <p:cNvSpPr txBox="1"/>
          <p:nvPr>
            <p:ph idx="2" type="body"/>
          </p:nvPr>
        </p:nvSpPr>
        <p:spPr>
          <a:xfrm>
            <a:off x="4997125" y="984900"/>
            <a:ext cx="6876900" cy="4888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None/>
            </a:pPr>
            <a:r>
              <a:rPr lang="es-CO"/>
              <a:t>El Chat De WhatsApp</a:t>
            </a:r>
            <a:endParaRPr/>
          </a:p>
          <a:p>
            <a:pPr indent="0" lvl="0" marL="0" rtl="0" algn="l">
              <a:lnSpc>
                <a:spcPct val="115000"/>
              </a:lnSpc>
              <a:spcBef>
                <a:spcPts val="1200"/>
              </a:spcBef>
              <a:spcAft>
                <a:spcPts val="0"/>
              </a:spcAft>
              <a:buNone/>
            </a:pPr>
            <a:r>
              <a:rPr lang="es-CO"/>
              <a:t>Imagínate cuando le escribes un mensaje a alguien por WhatsApp: "Hola, ¿cómo estás?". Para el computador, eso no es una sola idea, sino una secuencia ordenada y contigua de caracteres donde cada elemento tiene un índice.</a:t>
            </a:r>
            <a:endParaRPr/>
          </a:p>
          <a:p>
            <a:pPr indent="-368300" lvl="0" marL="457200" rtl="0" algn="l">
              <a:lnSpc>
                <a:spcPct val="115000"/>
              </a:lnSpc>
              <a:spcBef>
                <a:spcPts val="1200"/>
              </a:spcBef>
              <a:spcAft>
                <a:spcPts val="0"/>
              </a:spcAft>
              <a:buClr>
                <a:srgbClr val="595959"/>
              </a:buClr>
              <a:buSzPts val="2200"/>
              <a:buChar char="●"/>
            </a:pPr>
            <a:r>
              <a:rPr lang="es-CO"/>
              <a:t>La letra H está en la posición 0, la o en la 1, y así sucesivamente.</a:t>
            </a:r>
            <a:endParaRPr/>
          </a:p>
          <a:p>
            <a:pPr indent="-368300" lvl="0" marL="457200" rtl="0" algn="l">
              <a:lnSpc>
                <a:spcPct val="115000"/>
              </a:lnSpc>
              <a:spcBef>
                <a:spcPts val="0"/>
              </a:spcBef>
              <a:spcAft>
                <a:spcPts val="0"/>
              </a:spcAft>
              <a:buClr>
                <a:srgbClr val="595959"/>
              </a:buClr>
              <a:buSzPts val="2200"/>
              <a:buChar char="●"/>
            </a:pPr>
            <a:r>
              <a:rPr lang="es-CO"/>
              <a:t>Si el sistema necesita extraer una parte del </a:t>
            </a:r>
            <a:r>
              <a:rPr lang="es-CO"/>
              <a:t>mensaje</a:t>
            </a:r>
            <a:r>
              <a:rPr lang="es-CO"/>
              <a:t> tiene que recorrer esos bloques de memoria de manera consecutiva.</a:t>
            </a:r>
            <a:endParaRPr/>
          </a:p>
          <a:p>
            <a:pPr indent="-203200" lvl="0" marL="342900" rtl="0" algn="l">
              <a:lnSpc>
                <a:spcPct val="90000"/>
              </a:lnSpc>
              <a:spcBef>
                <a:spcPts val="1200"/>
              </a:spcBef>
              <a:spcAft>
                <a:spcPts val="0"/>
              </a:spcAft>
              <a:buClr>
                <a:srgbClr val="595959"/>
              </a:buClr>
              <a:buSzPts val="2200"/>
              <a:buNone/>
            </a:pPr>
            <a:r>
              <a:t/>
            </a:r>
            <a:endParaRPr/>
          </a:p>
        </p:txBody>
      </p:sp>
      <p:sp>
        <p:nvSpPr>
          <p:cNvPr id="114" name="Google Shape;114;p24"/>
          <p:cNvSpPr/>
          <p:nvPr/>
        </p:nvSpPr>
        <p:spPr>
          <a:xfrm>
            <a:off x="11433048" y="0"/>
            <a:ext cx="758952" cy="758952"/>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CO" sz="1800">
                <a:solidFill>
                  <a:schemeClr val="lt1"/>
                </a:solidFill>
              </a:rPr>
              <a:t>3</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ph type="title"/>
          </p:nvPr>
        </p:nvSpPr>
        <p:spPr>
          <a:xfrm>
            <a:off x="4012" y="2978269"/>
            <a:ext cx="4478575" cy="89571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s-CO" sz="5400">
                <a:latin typeface="Arial"/>
                <a:ea typeface="Arial"/>
                <a:cs typeface="Arial"/>
                <a:sym typeface="Arial"/>
              </a:rPr>
              <a:t>Diccionarios</a:t>
            </a:r>
            <a:endParaRPr sz="5400">
              <a:latin typeface="Arial"/>
              <a:ea typeface="Arial"/>
              <a:cs typeface="Arial"/>
              <a:sym typeface="Arial"/>
            </a:endParaRPr>
          </a:p>
        </p:txBody>
      </p:sp>
      <p:sp>
        <p:nvSpPr>
          <p:cNvPr id="120" name="Google Shape;120;p25"/>
          <p:cNvSpPr txBox="1"/>
          <p:nvPr>
            <p:ph idx="2" type="body"/>
          </p:nvPr>
        </p:nvSpPr>
        <p:spPr>
          <a:xfrm>
            <a:off x="4838974" y="1432344"/>
            <a:ext cx="6876776" cy="3985764"/>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90000"/>
              </a:lnSpc>
              <a:spcBef>
                <a:spcPts val="0"/>
              </a:spcBef>
              <a:spcAft>
                <a:spcPts val="0"/>
              </a:spcAft>
              <a:buClr>
                <a:srgbClr val="595959"/>
              </a:buClr>
              <a:buSzPct val="100000"/>
              <a:buChar char="•"/>
            </a:pPr>
            <a:r>
              <a:rPr lang="es-CO">
                <a:latin typeface="Arial"/>
                <a:ea typeface="Arial"/>
                <a:cs typeface="Arial"/>
                <a:sym typeface="Arial"/>
              </a:rPr>
              <a:t>Es una estructura de datos que almacena la información en forma de </a:t>
            </a:r>
            <a:r>
              <a:rPr b="1" lang="es-CO">
                <a:latin typeface="Arial"/>
                <a:ea typeface="Arial"/>
                <a:cs typeface="Arial"/>
                <a:sym typeface="Arial"/>
              </a:rPr>
              <a:t>pares de clave-valor</a:t>
            </a:r>
            <a:endParaRPr/>
          </a:p>
          <a:p>
            <a:pPr indent="-213678" lvl="0" marL="342900" rtl="0" algn="l">
              <a:lnSpc>
                <a:spcPct val="90000"/>
              </a:lnSpc>
              <a:spcBef>
                <a:spcPts val="1000"/>
              </a:spcBef>
              <a:spcAft>
                <a:spcPts val="0"/>
              </a:spcAft>
              <a:buClr>
                <a:srgbClr val="595959"/>
              </a:buClr>
              <a:buSzPct val="100000"/>
              <a:buNone/>
            </a:pPr>
            <a:r>
              <a:t/>
            </a:r>
            <a:endParaRPr b="1"/>
          </a:p>
          <a:p>
            <a:pPr indent="-342900" lvl="0" marL="342900" rtl="0" algn="l">
              <a:lnSpc>
                <a:spcPct val="90000"/>
              </a:lnSpc>
              <a:spcBef>
                <a:spcPts val="1000"/>
              </a:spcBef>
              <a:spcAft>
                <a:spcPts val="0"/>
              </a:spcAft>
              <a:buClr>
                <a:srgbClr val="595959"/>
              </a:buClr>
              <a:buSzPct val="100000"/>
              <a:buChar char="•"/>
            </a:pPr>
            <a:r>
              <a:rPr lang="es-CO">
                <a:latin typeface="Arial"/>
                <a:ea typeface="Arial"/>
                <a:cs typeface="Arial"/>
                <a:sym typeface="Arial"/>
              </a:rPr>
              <a:t>Suelen implementarse mediante </a:t>
            </a:r>
            <a:r>
              <a:rPr b="1" lang="es-CO">
                <a:latin typeface="Arial"/>
                <a:ea typeface="Arial"/>
                <a:cs typeface="Arial"/>
                <a:sym typeface="Arial"/>
              </a:rPr>
              <a:t>Tablas Hash</a:t>
            </a:r>
            <a:r>
              <a:rPr lang="es-CO">
                <a:latin typeface="Arial"/>
                <a:ea typeface="Arial"/>
                <a:cs typeface="Arial"/>
                <a:sym typeface="Arial"/>
              </a:rPr>
              <a:t>. Una </a:t>
            </a:r>
            <a:r>
              <a:rPr i="1" lang="es-CO">
                <a:latin typeface="Arial"/>
                <a:ea typeface="Arial"/>
                <a:cs typeface="Arial"/>
                <a:sym typeface="Arial"/>
              </a:rPr>
              <a:t>función hash</a:t>
            </a:r>
            <a:r>
              <a:rPr lang="es-CO">
                <a:latin typeface="Arial"/>
                <a:ea typeface="Arial"/>
                <a:cs typeface="Arial"/>
                <a:sym typeface="Arial"/>
              </a:rPr>
              <a:t> transforma la clave en un código numérico entero.</a:t>
            </a:r>
            <a:endParaRPr>
              <a:latin typeface="Arial"/>
              <a:ea typeface="Arial"/>
              <a:cs typeface="Arial"/>
              <a:sym typeface="Arial"/>
            </a:endParaRPr>
          </a:p>
          <a:p>
            <a:pPr indent="-213678" lvl="0" marL="342900" rtl="0" algn="l">
              <a:lnSpc>
                <a:spcPct val="90000"/>
              </a:lnSpc>
              <a:spcBef>
                <a:spcPts val="1000"/>
              </a:spcBef>
              <a:spcAft>
                <a:spcPts val="0"/>
              </a:spcAft>
              <a:buClr>
                <a:srgbClr val="595959"/>
              </a:buClr>
              <a:buSzPct val="100000"/>
              <a:buNone/>
            </a:pPr>
            <a:r>
              <a:t/>
            </a:r>
            <a:endParaRPr>
              <a:latin typeface="Arial"/>
              <a:ea typeface="Arial"/>
              <a:cs typeface="Arial"/>
              <a:sym typeface="Arial"/>
            </a:endParaRPr>
          </a:p>
          <a:p>
            <a:pPr indent="-342900" lvl="0" marL="342900" rtl="0" algn="l">
              <a:lnSpc>
                <a:spcPct val="90000"/>
              </a:lnSpc>
              <a:spcBef>
                <a:spcPts val="1000"/>
              </a:spcBef>
              <a:spcAft>
                <a:spcPts val="0"/>
              </a:spcAft>
              <a:buClr>
                <a:srgbClr val="595959"/>
              </a:buClr>
              <a:buSzPct val="100000"/>
              <a:buChar char="•"/>
            </a:pPr>
            <a:r>
              <a:rPr b="1" lang="es-CO">
                <a:latin typeface="Arial"/>
                <a:ea typeface="Arial"/>
                <a:cs typeface="Arial"/>
                <a:sym typeface="Arial"/>
              </a:rPr>
              <a:t>Son mutables</a:t>
            </a:r>
            <a:r>
              <a:rPr lang="es-CO">
                <a:latin typeface="Arial"/>
                <a:ea typeface="Arial"/>
                <a:cs typeface="Arial"/>
                <a:sym typeface="Arial"/>
              </a:rPr>
              <a:t>: puedes agregar, eliminar o modificar pares de clave-valor</a:t>
            </a:r>
            <a:endParaRPr/>
          </a:p>
          <a:p>
            <a:pPr indent="-213678" lvl="0" marL="342900" rtl="0" algn="l">
              <a:lnSpc>
                <a:spcPct val="90000"/>
              </a:lnSpc>
              <a:spcBef>
                <a:spcPts val="1000"/>
              </a:spcBef>
              <a:spcAft>
                <a:spcPts val="0"/>
              </a:spcAft>
              <a:buClr>
                <a:srgbClr val="595959"/>
              </a:buClr>
              <a:buSzPct val="100000"/>
              <a:buNone/>
            </a:pPr>
            <a:r>
              <a:t/>
            </a:r>
            <a:endParaRPr>
              <a:latin typeface="Arial"/>
              <a:ea typeface="Arial"/>
              <a:cs typeface="Arial"/>
              <a:sym typeface="Arial"/>
            </a:endParaRPr>
          </a:p>
          <a:p>
            <a:pPr indent="-342900" lvl="0" marL="342900" rtl="0" algn="l">
              <a:lnSpc>
                <a:spcPct val="90000"/>
              </a:lnSpc>
              <a:spcBef>
                <a:spcPts val="1000"/>
              </a:spcBef>
              <a:spcAft>
                <a:spcPts val="0"/>
              </a:spcAft>
              <a:buClr>
                <a:srgbClr val="595959"/>
              </a:buClr>
              <a:buSzPct val="100000"/>
              <a:buChar char="•"/>
            </a:pPr>
            <a:r>
              <a:rPr lang="es-CO">
                <a:latin typeface="Arial"/>
                <a:ea typeface="Arial"/>
                <a:cs typeface="Arial"/>
                <a:sym typeface="Arial"/>
              </a:rPr>
              <a:t>Son </a:t>
            </a:r>
            <a:r>
              <a:rPr b="1" lang="es-CO">
                <a:latin typeface="Arial"/>
                <a:ea typeface="Arial"/>
                <a:cs typeface="Arial"/>
                <a:sym typeface="Arial"/>
              </a:rPr>
              <a:t>excelentes para búsqueda exacta</a:t>
            </a:r>
            <a:r>
              <a:rPr lang="es-CO">
                <a:latin typeface="Arial"/>
                <a:ea typeface="Arial"/>
                <a:cs typeface="Arial"/>
                <a:sym typeface="Arial"/>
              </a:rPr>
              <a:t> </a:t>
            </a:r>
            <a:r>
              <a:rPr lang="es-CO">
                <a:solidFill>
                  <a:srgbClr val="595959"/>
                </a:solidFill>
                <a:latin typeface="Arial"/>
                <a:ea typeface="Arial"/>
                <a:cs typeface="Arial"/>
                <a:sym typeface="Arial"/>
              </a:rPr>
              <a:t>(dict["clave"]),</a:t>
            </a:r>
            <a:r>
              <a:rPr lang="es-CO">
                <a:latin typeface="Arial"/>
                <a:ea typeface="Arial"/>
                <a:cs typeface="Arial"/>
                <a:sym typeface="Arial"/>
              </a:rPr>
              <a:t> pero </a:t>
            </a:r>
            <a:r>
              <a:rPr b="1" lang="es-CO">
                <a:latin typeface="Arial"/>
                <a:ea typeface="Arial"/>
                <a:cs typeface="Arial"/>
                <a:sym typeface="Arial"/>
              </a:rPr>
              <a:t>ineficientes</a:t>
            </a:r>
            <a:r>
              <a:rPr lang="es-CO">
                <a:latin typeface="Arial"/>
                <a:ea typeface="Arial"/>
                <a:cs typeface="Arial"/>
                <a:sym typeface="Arial"/>
              </a:rPr>
              <a:t> cuando se quiere </a:t>
            </a:r>
            <a:r>
              <a:rPr b="1" lang="es-CO">
                <a:latin typeface="Arial"/>
                <a:ea typeface="Arial"/>
                <a:cs typeface="Arial"/>
                <a:sym typeface="Arial"/>
              </a:rPr>
              <a:t>buscar por prefijo </a:t>
            </a:r>
            <a:r>
              <a:rPr lang="es-CO">
                <a:latin typeface="Arial"/>
                <a:ea typeface="Arial"/>
                <a:cs typeface="Arial"/>
                <a:sym typeface="Arial"/>
              </a:rPr>
              <a:t>("dat*")</a:t>
            </a:r>
            <a:endParaRPr/>
          </a:p>
          <a:p>
            <a:pPr indent="-213678" lvl="0" marL="342900" rtl="0" algn="l">
              <a:lnSpc>
                <a:spcPct val="90000"/>
              </a:lnSpc>
              <a:spcBef>
                <a:spcPts val="1000"/>
              </a:spcBef>
              <a:spcAft>
                <a:spcPts val="0"/>
              </a:spcAft>
              <a:buClr>
                <a:srgbClr val="595959"/>
              </a:buClr>
              <a:buSzPct val="100000"/>
              <a:buNone/>
            </a:pPr>
            <a:r>
              <a:t/>
            </a:r>
            <a:endParaRPr>
              <a:latin typeface="Arial"/>
              <a:ea typeface="Arial"/>
              <a:cs typeface="Arial"/>
              <a:sym typeface="Arial"/>
            </a:endParaRPr>
          </a:p>
        </p:txBody>
      </p:sp>
      <p:grpSp>
        <p:nvGrpSpPr>
          <p:cNvPr id="121" name="Google Shape;121;p25"/>
          <p:cNvGrpSpPr/>
          <p:nvPr/>
        </p:nvGrpSpPr>
        <p:grpSpPr>
          <a:xfrm>
            <a:off x="6243390" y="4157644"/>
            <a:ext cx="4564767" cy="2194561"/>
            <a:chOff x="3616" y="731519"/>
            <a:chExt cx="4564767" cy="2194561"/>
          </a:xfrm>
        </p:grpSpPr>
        <p:sp>
          <p:nvSpPr>
            <p:cNvPr id="122" name="Google Shape;122;p25"/>
            <p:cNvSpPr/>
            <p:nvPr/>
          </p:nvSpPr>
          <p:spPr>
            <a:xfrm rot="5400000">
              <a:off x="-772284" y="1507420"/>
              <a:ext cx="1645920" cy="94118"/>
            </a:xfrm>
            <a:prstGeom prst="corner">
              <a:avLst>
                <a:gd fmla="val 1000" name="adj1"/>
                <a:gd fmla="val 1000" name="adj2"/>
              </a:avLst>
            </a:prstGeom>
            <a:solidFill>
              <a:schemeClr val="lt1"/>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5"/>
            <p:cNvSpPr/>
            <p:nvPr/>
          </p:nvSpPr>
          <p:spPr>
            <a:xfrm>
              <a:off x="3616" y="2377440"/>
              <a:ext cx="1176486" cy="548640"/>
            </a:xfrm>
            <a:prstGeom prst="homePlate">
              <a:avLst>
                <a:gd fmla="val 25000" name="adj"/>
              </a:avLst>
            </a:prstGeom>
            <a:solidFill>
              <a:srgbClr val="155D82"/>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5"/>
            <p:cNvSpPr txBox="1"/>
            <p:nvPr/>
          </p:nvSpPr>
          <p:spPr>
            <a:xfrm>
              <a:off x="3616" y="2377440"/>
              <a:ext cx="1107906" cy="548640"/>
            </a:xfrm>
            <a:prstGeom prst="rect">
              <a:avLst/>
            </a:prstGeom>
            <a:noFill/>
            <a:ln>
              <a:noFill/>
            </a:ln>
          </p:spPr>
          <p:txBody>
            <a:bodyPr anchorCtr="0" anchor="ctr" bIns="165100" lIns="82550" spcFirstLastPara="1" rIns="82550" wrap="square" tIns="165100">
              <a:noAutofit/>
            </a:bodyPr>
            <a:lstStyle/>
            <a:p>
              <a:pPr indent="0" lvl="0" marL="0" marR="0" rtl="0" algn="ctr">
                <a:lnSpc>
                  <a:spcPct val="90000"/>
                </a:lnSpc>
                <a:spcBef>
                  <a:spcPts val="0"/>
                </a:spcBef>
                <a:spcAft>
                  <a:spcPts val="0"/>
                </a:spcAft>
                <a:buClr>
                  <a:schemeClr val="lt1"/>
                </a:buClr>
                <a:buSzPts val="1300"/>
                <a:buFont typeface="Play"/>
                <a:buNone/>
              </a:pPr>
              <a:r>
                <a:rPr b="0" i="0" lang="es-CO" sz="1300" u="none" cap="none" strike="noStrike">
                  <a:solidFill>
                    <a:schemeClr val="lt1"/>
                  </a:solidFill>
                  <a:latin typeface="Play"/>
                  <a:ea typeface="Play"/>
                  <a:cs typeface="Play"/>
                  <a:sym typeface="Play"/>
                </a:rPr>
                <a:t>Clave</a:t>
              </a:r>
              <a:endParaRPr b="0" i="0" sz="1300" u="none" cap="none" strike="noStrike">
                <a:solidFill>
                  <a:schemeClr val="lt1"/>
                </a:solidFill>
                <a:latin typeface="Arial"/>
                <a:ea typeface="Arial"/>
                <a:cs typeface="Arial"/>
                <a:sym typeface="Arial"/>
              </a:endParaRPr>
            </a:p>
          </p:txBody>
        </p:sp>
        <p:sp>
          <p:nvSpPr>
            <p:cNvPr id="125" name="Google Shape;125;p25"/>
            <p:cNvSpPr/>
            <p:nvPr/>
          </p:nvSpPr>
          <p:spPr>
            <a:xfrm>
              <a:off x="97735" y="787991"/>
              <a:ext cx="955306" cy="136999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5"/>
            <p:cNvSpPr/>
            <p:nvPr/>
          </p:nvSpPr>
          <p:spPr>
            <a:xfrm rot="5400000">
              <a:off x="357142" y="1507420"/>
              <a:ext cx="1645920" cy="94118"/>
            </a:xfrm>
            <a:prstGeom prst="corner">
              <a:avLst>
                <a:gd fmla="val 1000" name="adj1"/>
                <a:gd fmla="val 1000" name="adj2"/>
              </a:avLst>
            </a:prstGeom>
            <a:solidFill>
              <a:schemeClr val="lt1"/>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5"/>
            <p:cNvSpPr/>
            <p:nvPr/>
          </p:nvSpPr>
          <p:spPr>
            <a:xfrm>
              <a:off x="1133043" y="2377440"/>
              <a:ext cx="1176486" cy="548640"/>
            </a:xfrm>
            <a:prstGeom prst="chevron">
              <a:avLst>
                <a:gd fmla="val 25000" name="adj"/>
              </a:avLst>
            </a:prstGeom>
            <a:solidFill>
              <a:srgbClr val="155D82"/>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5"/>
            <p:cNvSpPr txBox="1"/>
            <p:nvPr/>
          </p:nvSpPr>
          <p:spPr>
            <a:xfrm>
              <a:off x="1270203" y="2377440"/>
              <a:ext cx="902166" cy="548640"/>
            </a:xfrm>
            <a:prstGeom prst="rect">
              <a:avLst/>
            </a:prstGeom>
            <a:noFill/>
            <a:ln>
              <a:noFill/>
            </a:ln>
          </p:spPr>
          <p:txBody>
            <a:bodyPr anchorCtr="0" anchor="ctr" bIns="165100" lIns="82550" spcFirstLastPara="1" rIns="82550" wrap="square" tIns="165100">
              <a:noAutofit/>
            </a:bodyPr>
            <a:lstStyle/>
            <a:p>
              <a:pPr indent="0" lvl="0" marL="0" marR="0" rtl="0" algn="ctr">
                <a:lnSpc>
                  <a:spcPct val="90000"/>
                </a:lnSpc>
                <a:spcBef>
                  <a:spcPts val="0"/>
                </a:spcBef>
                <a:spcAft>
                  <a:spcPts val="0"/>
                </a:spcAft>
                <a:buClr>
                  <a:schemeClr val="lt1"/>
                </a:buClr>
                <a:buSzPts val="1300"/>
                <a:buFont typeface="Play"/>
                <a:buNone/>
              </a:pPr>
              <a:r>
                <a:rPr b="0" i="0" lang="es-CO" sz="1300" u="none" cap="none" strike="noStrike">
                  <a:solidFill>
                    <a:schemeClr val="lt1"/>
                  </a:solidFill>
                  <a:latin typeface="Play"/>
                  <a:ea typeface="Play"/>
                  <a:cs typeface="Play"/>
                  <a:sym typeface="Play"/>
                </a:rPr>
                <a:t>Función Hash</a:t>
              </a:r>
              <a:endParaRPr b="0" i="0" sz="1300" u="none" cap="none" strike="noStrike">
                <a:solidFill>
                  <a:schemeClr val="lt1"/>
                </a:solidFill>
                <a:latin typeface="Arial"/>
                <a:ea typeface="Arial"/>
                <a:cs typeface="Arial"/>
                <a:sym typeface="Arial"/>
              </a:endParaRPr>
            </a:p>
          </p:txBody>
        </p:sp>
        <p:sp>
          <p:nvSpPr>
            <p:cNvPr id="129" name="Google Shape;129;p25"/>
            <p:cNvSpPr/>
            <p:nvPr/>
          </p:nvSpPr>
          <p:spPr>
            <a:xfrm>
              <a:off x="1227162" y="787991"/>
              <a:ext cx="955306" cy="136999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5"/>
            <p:cNvSpPr/>
            <p:nvPr/>
          </p:nvSpPr>
          <p:spPr>
            <a:xfrm rot="5400000">
              <a:off x="1486569" y="1507420"/>
              <a:ext cx="1645920" cy="94118"/>
            </a:xfrm>
            <a:prstGeom prst="corner">
              <a:avLst>
                <a:gd fmla="val 1000" name="adj1"/>
                <a:gd fmla="val 1000" name="adj2"/>
              </a:avLst>
            </a:prstGeom>
            <a:solidFill>
              <a:schemeClr val="lt1"/>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5"/>
            <p:cNvSpPr/>
            <p:nvPr/>
          </p:nvSpPr>
          <p:spPr>
            <a:xfrm>
              <a:off x="2262470" y="2377440"/>
              <a:ext cx="1176486" cy="548640"/>
            </a:xfrm>
            <a:prstGeom prst="chevron">
              <a:avLst>
                <a:gd fmla="val 25000" name="adj"/>
              </a:avLst>
            </a:prstGeom>
            <a:solidFill>
              <a:srgbClr val="155D82"/>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5"/>
            <p:cNvSpPr txBox="1"/>
            <p:nvPr/>
          </p:nvSpPr>
          <p:spPr>
            <a:xfrm>
              <a:off x="2399630" y="2377440"/>
              <a:ext cx="902166" cy="548640"/>
            </a:xfrm>
            <a:prstGeom prst="rect">
              <a:avLst/>
            </a:prstGeom>
            <a:noFill/>
            <a:ln>
              <a:noFill/>
            </a:ln>
          </p:spPr>
          <p:txBody>
            <a:bodyPr anchorCtr="0" anchor="ctr" bIns="165100" lIns="82550" spcFirstLastPara="1" rIns="82550" wrap="square" tIns="165100">
              <a:noAutofit/>
            </a:bodyPr>
            <a:lstStyle/>
            <a:p>
              <a:pPr indent="0" lvl="0" marL="0" marR="0" rtl="0" algn="ctr">
                <a:lnSpc>
                  <a:spcPct val="90000"/>
                </a:lnSpc>
                <a:spcBef>
                  <a:spcPts val="0"/>
                </a:spcBef>
                <a:spcAft>
                  <a:spcPts val="0"/>
                </a:spcAft>
                <a:buClr>
                  <a:schemeClr val="lt1"/>
                </a:buClr>
                <a:buSzPts val="1300"/>
                <a:buFont typeface="Play"/>
                <a:buNone/>
              </a:pPr>
              <a:r>
                <a:rPr b="0" i="0" lang="es-CO" sz="1300" u="none" cap="none" strike="noStrike">
                  <a:solidFill>
                    <a:schemeClr val="lt1"/>
                  </a:solidFill>
                  <a:latin typeface="Play"/>
                  <a:ea typeface="Play"/>
                  <a:cs typeface="Play"/>
                  <a:sym typeface="Play"/>
                </a:rPr>
                <a:t>Posición de Memoria</a:t>
              </a:r>
              <a:endParaRPr b="0" i="0" sz="1300" u="none" cap="none" strike="noStrike">
                <a:solidFill>
                  <a:schemeClr val="lt1"/>
                </a:solidFill>
                <a:latin typeface="Arial"/>
                <a:ea typeface="Arial"/>
                <a:cs typeface="Arial"/>
                <a:sym typeface="Arial"/>
              </a:endParaRPr>
            </a:p>
          </p:txBody>
        </p:sp>
        <p:sp>
          <p:nvSpPr>
            <p:cNvPr id="133" name="Google Shape;133;p25"/>
            <p:cNvSpPr/>
            <p:nvPr/>
          </p:nvSpPr>
          <p:spPr>
            <a:xfrm>
              <a:off x="2356589" y="787991"/>
              <a:ext cx="955306" cy="136999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5"/>
            <p:cNvSpPr/>
            <p:nvPr/>
          </p:nvSpPr>
          <p:spPr>
            <a:xfrm rot="5400000">
              <a:off x="2615996" y="1507420"/>
              <a:ext cx="1645920" cy="94118"/>
            </a:xfrm>
            <a:prstGeom prst="corner">
              <a:avLst>
                <a:gd fmla="val 1000" name="adj1"/>
                <a:gd fmla="val 1000" name="adj2"/>
              </a:avLst>
            </a:prstGeom>
            <a:solidFill>
              <a:schemeClr val="lt1"/>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5"/>
            <p:cNvSpPr/>
            <p:nvPr/>
          </p:nvSpPr>
          <p:spPr>
            <a:xfrm>
              <a:off x="3391897" y="2377440"/>
              <a:ext cx="1176486" cy="548640"/>
            </a:xfrm>
            <a:prstGeom prst="chevron">
              <a:avLst>
                <a:gd fmla="val 25000" name="adj"/>
              </a:avLst>
            </a:prstGeom>
            <a:solidFill>
              <a:srgbClr val="155D82"/>
            </a:solidFill>
            <a:ln cap="flat" cmpd="sng" w="19050">
              <a:solidFill>
                <a:srgbClr val="155D82"/>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5"/>
            <p:cNvSpPr txBox="1"/>
            <p:nvPr/>
          </p:nvSpPr>
          <p:spPr>
            <a:xfrm>
              <a:off x="3529057" y="2377440"/>
              <a:ext cx="902166" cy="548640"/>
            </a:xfrm>
            <a:prstGeom prst="rect">
              <a:avLst/>
            </a:prstGeom>
            <a:noFill/>
            <a:ln>
              <a:noFill/>
            </a:ln>
          </p:spPr>
          <p:txBody>
            <a:bodyPr anchorCtr="0" anchor="ctr" bIns="165100" lIns="82550" spcFirstLastPara="1" rIns="82550" wrap="square" tIns="165100">
              <a:noAutofit/>
            </a:bodyPr>
            <a:lstStyle/>
            <a:p>
              <a:pPr indent="0" lvl="0" marL="0" marR="0" rtl="0" algn="ctr">
                <a:lnSpc>
                  <a:spcPct val="90000"/>
                </a:lnSpc>
                <a:spcBef>
                  <a:spcPts val="0"/>
                </a:spcBef>
                <a:spcAft>
                  <a:spcPts val="0"/>
                </a:spcAft>
                <a:buClr>
                  <a:schemeClr val="lt1"/>
                </a:buClr>
                <a:buSzPts val="1300"/>
                <a:buFont typeface="Play"/>
                <a:buNone/>
              </a:pPr>
              <a:r>
                <a:rPr b="0" i="0" lang="es-CO" sz="1300" u="none" cap="none" strike="noStrike">
                  <a:solidFill>
                    <a:schemeClr val="lt1"/>
                  </a:solidFill>
                  <a:latin typeface="Play"/>
                  <a:ea typeface="Play"/>
                  <a:cs typeface="Play"/>
                  <a:sym typeface="Play"/>
                </a:rPr>
                <a:t>Valor</a:t>
              </a:r>
              <a:endParaRPr/>
            </a:p>
          </p:txBody>
        </p:sp>
        <p:sp>
          <p:nvSpPr>
            <p:cNvPr id="137" name="Google Shape;137;p25"/>
            <p:cNvSpPr/>
            <p:nvPr/>
          </p:nvSpPr>
          <p:spPr>
            <a:xfrm>
              <a:off x="3486016" y="787991"/>
              <a:ext cx="955306" cy="136999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5"/>
            <p:cNvSpPr txBox="1"/>
            <p:nvPr/>
          </p:nvSpPr>
          <p:spPr>
            <a:xfrm>
              <a:off x="3486016" y="787991"/>
              <a:ext cx="955306" cy="1369992"/>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300"/>
                <a:buFont typeface="Arial"/>
                <a:buNone/>
              </a:pPr>
              <a:r>
                <a:t/>
              </a:r>
              <a:endParaRPr b="0" i="0" sz="1300" u="none" cap="none" strike="noStrike">
                <a:solidFill>
                  <a:schemeClr val="dk1"/>
                </a:solidFill>
                <a:latin typeface="Play"/>
                <a:ea typeface="Play"/>
                <a:cs typeface="Play"/>
                <a:sym typeface="Play"/>
              </a:endParaRPr>
            </a:p>
          </p:txBody>
        </p:sp>
      </p:grpSp>
      <p:sp>
        <p:nvSpPr>
          <p:cNvPr id="139" name="Google Shape;139;p25"/>
          <p:cNvSpPr/>
          <p:nvPr/>
        </p:nvSpPr>
        <p:spPr>
          <a:xfrm>
            <a:off x="11433048" y="0"/>
            <a:ext cx="758952" cy="758952"/>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CO" sz="1800">
                <a:solidFill>
                  <a:schemeClr val="lt1"/>
                </a:solidFill>
              </a:rPr>
              <a:t>4</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4012" y="3061917"/>
            <a:ext cx="4521600" cy="8958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s-CO" sz="5400">
                <a:latin typeface="Arial"/>
                <a:ea typeface="Arial"/>
                <a:cs typeface="Arial"/>
                <a:sym typeface="Arial"/>
              </a:rPr>
              <a:t>Operaciones Diccionarios</a:t>
            </a:r>
            <a:endParaRPr sz="5400"/>
          </a:p>
        </p:txBody>
      </p:sp>
      <p:pic>
        <p:nvPicPr>
          <p:cNvPr id="145" name="Google Shape;145;p26"/>
          <p:cNvPicPr preferRelativeResize="0"/>
          <p:nvPr>
            <p:ph idx="2" type="body"/>
          </p:nvPr>
        </p:nvPicPr>
        <p:blipFill rotWithShape="1">
          <a:blip r:embed="rId3">
            <a:alphaModFix/>
          </a:blip>
          <a:srcRect b="0" l="10" r="10" t="0"/>
          <a:stretch/>
        </p:blipFill>
        <p:spPr>
          <a:xfrm>
            <a:off x="4525600" y="1120200"/>
            <a:ext cx="7546200" cy="4617600"/>
          </a:xfrm>
          <a:prstGeom prst="rect">
            <a:avLst/>
          </a:prstGeom>
          <a:noFill/>
          <a:ln>
            <a:noFill/>
          </a:ln>
        </p:spPr>
      </p:pic>
      <p:sp>
        <p:nvSpPr>
          <p:cNvPr id="146" name="Google Shape;146;p26"/>
          <p:cNvSpPr/>
          <p:nvPr/>
        </p:nvSpPr>
        <p:spPr>
          <a:xfrm>
            <a:off x="11433048" y="0"/>
            <a:ext cx="758952" cy="758952"/>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CO" sz="1800">
                <a:solidFill>
                  <a:schemeClr val="lt1"/>
                </a:solidFill>
              </a:rPr>
              <a:t>5</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0" y="2653798"/>
            <a:ext cx="4521600" cy="15504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s-CO" sz="5400">
                <a:latin typeface="Arial"/>
                <a:ea typeface="Arial"/>
                <a:cs typeface="Arial"/>
                <a:sym typeface="Arial"/>
              </a:rPr>
              <a:t>Ej. Diccionarios</a:t>
            </a:r>
            <a:endParaRPr sz="5400"/>
          </a:p>
        </p:txBody>
      </p:sp>
      <p:sp>
        <p:nvSpPr>
          <p:cNvPr id="152" name="Google Shape;152;p27"/>
          <p:cNvSpPr txBox="1"/>
          <p:nvPr>
            <p:ph idx="2" type="body"/>
          </p:nvPr>
        </p:nvSpPr>
        <p:spPr>
          <a:xfrm>
            <a:off x="4978900" y="875538"/>
            <a:ext cx="6876900" cy="5106900"/>
          </a:xfrm>
          <a:prstGeom prst="rect">
            <a:avLst/>
          </a:prstGeom>
          <a:noFill/>
          <a:ln>
            <a:noFill/>
          </a:ln>
        </p:spPr>
        <p:txBody>
          <a:bodyPr anchorCtr="0" anchor="t" bIns="45700" lIns="91425" spcFirstLastPara="1" rIns="91425" wrap="square" tIns="45700">
            <a:noAutofit/>
          </a:bodyPr>
          <a:lstStyle/>
          <a:p>
            <a:pPr indent="-203200" lvl="0" marL="342900" rtl="0" algn="l">
              <a:lnSpc>
                <a:spcPct val="90000"/>
              </a:lnSpc>
              <a:spcBef>
                <a:spcPts val="0"/>
              </a:spcBef>
              <a:spcAft>
                <a:spcPts val="0"/>
              </a:spcAft>
              <a:buClr>
                <a:srgbClr val="595959"/>
              </a:buClr>
              <a:buSzPts val="2200"/>
              <a:buNone/>
            </a:pPr>
            <a:r>
              <a:rPr lang="es-CO"/>
              <a:t>App De Contactos</a:t>
            </a:r>
            <a:endParaRPr/>
          </a:p>
          <a:p>
            <a:pPr indent="-203200" lvl="0" marL="342900" rtl="0" algn="l">
              <a:lnSpc>
                <a:spcPct val="90000"/>
              </a:lnSpc>
              <a:spcBef>
                <a:spcPts val="0"/>
              </a:spcBef>
              <a:spcAft>
                <a:spcPts val="0"/>
              </a:spcAft>
              <a:buClr>
                <a:srgbClr val="595959"/>
              </a:buClr>
              <a:buSzPts val="2200"/>
              <a:buNone/>
            </a:pPr>
            <a:r>
              <a:t/>
            </a:r>
            <a:endParaRPr/>
          </a:p>
          <a:p>
            <a:pPr indent="0" lvl="0" marL="0" rtl="0" algn="l">
              <a:lnSpc>
                <a:spcPct val="115000"/>
              </a:lnSpc>
              <a:spcBef>
                <a:spcPts val="0"/>
              </a:spcBef>
              <a:spcAft>
                <a:spcPts val="0"/>
              </a:spcAft>
              <a:buNone/>
            </a:pPr>
            <a:r>
              <a:rPr lang="es-CO"/>
              <a:t>Cuando buscas el número de tu mamá, tú no te pones a revisar los 500 contactos uno por uno desde la letra A hasta la M (eso sería una búsqueda lineal O(N)).</a:t>
            </a:r>
            <a:endParaRPr/>
          </a:p>
          <a:p>
            <a:pPr indent="-368300" lvl="0" marL="457200" rtl="0" algn="l">
              <a:lnSpc>
                <a:spcPct val="115000"/>
              </a:lnSpc>
              <a:spcBef>
                <a:spcPts val="1200"/>
              </a:spcBef>
              <a:spcAft>
                <a:spcPts val="0"/>
              </a:spcAft>
              <a:buSzPts val="2200"/>
              <a:buChar char="•"/>
            </a:pPr>
            <a:r>
              <a:rPr lang="es-CO"/>
              <a:t>Tú buscas directamente por la Clave (escribes "Mamá").El sistema aplica una función matemática (función hash) detrás de escena que convierte la palabra "Mamá" en una dirección numérica exacta en la memoria, devolviéndote instantáneamente el Valor asociado (el número de teléfono).</a:t>
            </a:r>
            <a:endParaRPr/>
          </a:p>
          <a:p>
            <a:pPr indent="-203200" lvl="0" marL="342900" rtl="0" algn="l">
              <a:lnSpc>
                <a:spcPct val="90000"/>
              </a:lnSpc>
              <a:spcBef>
                <a:spcPts val="1200"/>
              </a:spcBef>
              <a:spcAft>
                <a:spcPts val="0"/>
              </a:spcAft>
              <a:buClr>
                <a:srgbClr val="595959"/>
              </a:buClr>
              <a:buSzPts val="2200"/>
              <a:buNone/>
            </a:pPr>
            <a:r>
              <a:t/>
            </a:r>
            <a:endParaRPr/>
          </a:p>
        </p:txBody>
      </p:sp>
      <p:sp>
        <p:nvSpPr>
          <p:cNvPr id="153" name="Google Shape;153;p27"/>
          <p:cNvSpPr/>
          <p:nvPr/>
        </p:nvSpPr>
        <p:spPr>
          <a:xfrm>
            <a:off x="11433048" y="0"/>
            <a:ext cx="758952" cy="758952"/>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CO" sz="1800">
                <a:solidFill>
                  <a:schemeClr val="lt1"/>
                </a:solidFill>
              </a:rPr>
              <a:t>6</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4012" y="3193929"/>
            <a:ext cx="4521707" cy="89571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s-CO" sz="5400">
                <a:latin typeface="Arial"/>
                <a:ea typeface="Arial"/>
                <a:cs typeface="Arial"/>
                <a:sym typeface="Arial"/>
              </a:rPr>
              <a:t>Árbol de prefijos</a:t>
            </a:r>
            <a:endParaRPr sz="5400"/>
          </a:p>
        </p:txBody>
      </p:sp>
      <p:sp>
        <p:nvSpPr>
          <p:cNvPr id="159" name="Google Shape;159;p28"/>
          <p:cNvSpPr txBox="1"/>
          <p:nvPr>
            <p:ph idx="2" type="body"/>
          </p:nvPr>
        </p:nvSpPr>
        <p:spPr>
          <a:xfrm>
            <a:off x="4960650" y="1383987"/>
            <a:ext cx="6876900" cy="4515600"/>
          </a:xfrm>
          <a:prstGeom prst="rect">
            <a:avLst/>
          </a:prstGeom>
          <a:noFill/>
          <a:ln>
            <a:noFill/>
          </a:ln>
        </p:spPr>
        <p:txBody>
          <a:bodyPr anchorCtr="0" anchor="t" bIns="45700" lIns="91425" spcFirstLastPara="1" rIns="91425" wrap="square" tIns="45700">
            <a:normAutofit lnSpcReduction="10000"/>
          </a:bodyPr>
          <a:lstStyle/>
          <a:p>
            <a:pPr indent="-340678" lvl="0" marL="342900" rtl="0" algn="l">
              <a:lnSpc>
                <a:spcPct val="90000"/>
              </a:lnSpc>
              <a:spcBef>
                <a:spcPts val="0"/>
              </a:spcBef>
              <a:spcAft>
                <a:spcPts val="0"/>
              </a:spcAft>
              <a:buClr>
                <a:srgbClr val="595959"/>
              </a:buClr>
              <a:buSzPts val="2000"/>
              <a:buChar char="•"/>
            </a:pPr>
            <a:r>
              <a:rPr lang="es-CO" sz="2000"/>
              <a:t>Diseñada específicamente para trabajar con conjuntos de cadenas de texto y buscar palabras que comiencen con un fragmento en común (</a:t>
            </a:r>
            <a:r>
              <a:rPr i="1" lang="es-CO" sz="2000"/>
              <a:t>prefijo</a:t>
            </a:r>
            <a:r>
              <a:rPr lang="es-CO" sz="2000"/>
              <a:t>).</a:t>
            </a:r>
            <a:endParaRPr sz="2000"/>
          </a:p>
          <a:p>
            <a:pPr indent="0" lvl="0" marL="228600" rtl="0" algn="l">
              <a:lnSpc>
                <a:spcPct val="90000"/>
              </a:lnSpc>
              <a:spcBef>
                <a:spcPts val="1000"/>
              </a:spcBef>
              <a:spcAft>
                <a:spcPts val="0"/>
              </a:spcAft>
              <a:buNone/>
            </a:pPr>
            <a:r>
              <a:t/>
            </a:r>
            <a:endParaRPr sz="2000"/>
          </a:p>
          <a:p>
            <a:pPr indent="-340678" lvl="0" marL="342900" rtl="0" algn="l">
              <a:lnSpc>
                <a:spcPct val="90000"/>
              </a:lnSpc>
              <a:spcBef>
                <a:spcPts val="1000"/>
              </a:spcBef>
              <a:spcAft>
                <a:spcPts val="0"/>
              </a:spcAft>
              <a:buClr>
                <a:srgbClr val="595959"/>
              </a:buClr>
              <a:buSzPts val="2000"/>
              <a:buChar char="•"/>
            </a:pPr>
            <a:r>
              <a:rPr lang="es-CO" sz="2000"/>
              <a:t>Se organizan como un árbol donde cada nodo representa un carácter. Las palabras que comparten el inicio (prefijo) comparten las mismas ramas iniciales. Por ejemplo, las palabras "casa", "caso" y "castillo" compartirían el camino: c-&gt;a-&gt;s.</a:t>
            </a:r>
            <a:endParaRPr sz="2000"/>
          </a:p>
          <a:p>
            <a:pPr indent="0" lvl="0" marL="228600" rtl="0" algn="l">
              <a:lnSpc>
                <a:spcPct val="90000"/>
              </a:lnSpc>
              <a:spcBef>
                <a:spcPts val="1000"/>
              </a:spcBef>
              <a:spcAft>
                <a:spcPts val="0"/>
              </a:spcAft>
              <a:buNone/>
            </a:pPr>
            <a:r>
              <a:t/>
            </a:r>
            <a:endParaRPr sz="2000"/>
          </a:p>
          <a:p>
            <a:pPr indent="-340678" lvl="0" marL="342900" rtl="0" algn="l">
              <a:lnSpc>
                <a:spcPct val="90000"/>
              </a:lnSpc>
              <a:spcBef>
                <a:spcPts val="1000"/>
              </a:spcBef>
              <a:spcAft>
                <a:spcPts val="0"/>
              </a:spcAft>
              <a:buClr>
                <a:srgbClr val="595959"/>
              </a:buClr>
              <a:buSzPts val="2000"/>
              <a:buChar char="•"/>
            </a:pPr>
            <a:r>
              <a:rPr lang="es-CO" sz="2000"/>
              <a:t>Es perfecta para sistemas que necesitan buscar rápidamente entre miles o millones de palabras basándose solo en las primeras letras escritas.</a:t>
            </a:r>
            <a:endParaRPr sz="2000"/>
          </a:p>
          <a:p>
            <a:pPr indent="-213678" lvl="0" marL="342900" rtl="0" algn="l">
              <a:lnSpc>
                <a:spcPct val="90000"/>
              </a:lnSpc>
              <a:spcBef>
                <a:spcPts val="1000"/>
              </a:spcBef>
              <a:spcAft>
                <a:spcPts val="0"/>
              </a:spcAft>
              <a:buClr>
                <a:srgbClr val="595959"/>
              </a:buClr>
              <a:buSzPts val="2200"/>
              <a:buNone/>
            </a:pPr>
            <a:r>
              <a:t/>
            </a:r>
            <a:endParaRPr>
              <a:latin typeface="Arial"/>
              <a:ea typeface="Arial"/>
              <a:cs typeface="Arial"/>
              <a:sym typeface="Arial"/>
            </a:endParaRPr>
          </a:p>
        </p:txBody>
      </p:sp>
      <p:sp>
        <p:nvSpPr>
          <p:cNvPr id="160" name="Google Shape;160;p28"/>
          <p:cNvSpPr/>
          <p:nvPr/>
        </p:nvSpPr>
        <p:spPr>
          <a:xfrm>
            <a:off x="11433048" y="0"/>
            <a:ext cx="758952" cy="758952"/>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CO" sz="1800">
                <a:solidFill>
                  <a:schemeClr val="lt1"/>
                </a:solidFill>
              </a:rPr>
              <a:t>7</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0" y="2177094"/>
            <a:ext cx="4521600" cy="25038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s-CO" sz="5400">
                <a:latin typeface="Arial"/>
                <a:ea typeface="Arial"/>
                <a:cs typeface="Arial"/>
                <a:sym typeface="Arial"/>
              </a:rPr>
              <a:t>Operaciones Árbol de prefijos</a:t>
            </a:r>
            <a:endParaRPr sz="5400"/>
          </a:p>
        </p:txBody>
      </p:sp>
      <p:pic>
        <p:nvPicPr>
          <p:cNvPr id="166" name="Google Shape;166;p29"/>
          <p:cNvPicPr preferRelativeResize="0"/>
          <p:nvPr>
            <p:ph idx="2" type="body"/>
          </p:nvPr>
        </p:nvPicPr>
        <p:blipFill rotWithShape="1">
          <a:blip r:embed="rId3">
            <a:alphaModFix/>
          </a:blip>
          <a:srcRect b="0" l="0" r="0" t="0"/>
          <a:stretch/>
        </p:blipFill>
        <p:spPr>
          <a:xfrm>
            <a:off x="4521600" y="1068450"/>
            <a:ext cx="7488300" cy="4721100"/>
          </a:xfrm>
          <a:prstGeom prst="rect">
            <a:avLst/>
          </a:prstGeom>
          <a:noFill/>
          <a:ln>
            <a:noFill/>
          </a:ln>
        </p:spPr>
      </p:pic>
      <p:sp>
        <p:nvSpPr>
          <p:cNvPr id="167" name="Google Shape;167;p29"/>
          <p:cNvSpPr/>
          <p:nvPr/>
        </p:nvSpPr>
        <p:spPr>
          <a:xfrm>
            <a:off x="11433048" y="1"/>
            <a:ext cx="758952" cy="734290"/>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CO" sz="1800">
                <a:solidFill>
                  <a:schemeClr val="lt1"/>
                </a:solidFill>
              </a:rPr>
              <a:t>8</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4012" y="3193929"/>
            <a:ext cx="4521707" cy="89571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s-CO" sz="5400">
                <a:latin typeface="Arial"/>
                <a:ea typeface="Arial"/>
                <a:cs typeface="Arial"/>
                <a:sym typeface="Arial"/>
              </a:rPr>
              <a:t>Ej. Árbol de prefijos</a:t>
            </a:r>
            <a:endParaRPr sz="5400"/>
          </a:p>
        </p:txBody>
      </p:sp>
      <p:sp>
        <p:nvSpPr>
          <p:cNvPr id="173" name="Google Shape;173;p30"/>
          <p:cNvSpPr txBox="1"/>
          <p:nvPr>
            <p:ph idx="2" type="body"/>
          </p:nvPr>
        </p:nvSpPr>
        <p:spPr>
          <a:xfrm>
            <a:off x="4997125" y="437750"/>
            <a:ext cx="6876900" cy="6073800"/>
          </a:xfrm>
          <a:prstGeom prst="rect">
            <a:avLst/>
          </a:prstGeom>
          <a:noFill/>
          <a:ln>
            <a:noFill/>
          </a:ln>
        </p:spPr>
        <p:txBody>
          <a:bodyPr anchorCtr="0" anchor="t" bIns="45700" lIns="91425" spcFirstLastPara="1" rIns="91425" wrap="square" tIns="45700">
            <a:normAutofit/>
          </a:bodyPr>
          <a:lstStyle/>
          <a:p>
            <a:pPr indent="-203200" lvl="0" marL="342900" rtl="0" algn="l">
              <a:lnSpc>
                <a:spcPct val="90000"/>
              </a:lnSpc>
              <a:spcBef>
                <a:spcPts val="0"/>
              </a:spcBef>
              <a:spcAft>
                <a:spcPts val="0"/>
              </a:spcAft>
              <a:buClr>
                <a:srgbClr val="595959"/>
              </a:buClr>
              <a:buSzPts val="2200"/>
              <a:buNone/>
            </a:pPr>
            <a:r>
              <a:rPr lang="es-CO"/>
              <a:t>Autocompletado de Google</a:t>
            </a:r>
            <a:endParaRPr/>
          </a:p>
          <a:p>
            <a:pPr indent="-203200" lvl="0" marL="342900" rtl="0" algn="l">
              <a:lnSpc>
                <a:spcPct val="90000"/>
              </a:lnSpc>
              <a:spcBef>
                <a:spcPts val="0"/>
              </a:spcBef>
              <a:spcAft>
                <a:spcPts val="0"/>
              </a:spcAft>
              <a:buClr>
                <a:srgbClr val="595959"/>
              </a:buClr>
              <a:buSzPts val="2200"/>
              <a:buNone/>
            </a:pPr>
            <a:r>
              <a:t/>
            </a:r>
            <a:endParaRPr/>
          </a:p>
          <a:p>
            <a:pPr indent="-203200" lvl="0" marL="342900" rtl="0" algn="l">
              <a:lnSpc>
                <a:spcPct val="90000"/>
              </a:lnSpc>
              <a:spcBef>
                <a:spcPts val="0"/>
              </a:spcBef>
              <a:spcAft>
                <a:spcPts val="0"/>
              </a:spcAft>
              <a:buClr>
                <a:srgbClr val="595959"/>
              </a:buClr>
              <a:buSzPts val="2200"/>
              <a:buNone/>
            </a:pPr>
            <a:r>
              <a:rPr lang="es-CO"/>
              <a:t>cuando estás buscando algo en Google y apenas</a:t>
            </a:r>
            <a:r>
              <a:rPr lang="es-CO"/>
              <a:t> </a:t>
            </a:r>
            <a:r>
              <a:rPr lang="es-CO"/>
              <a:t>escribes las letras "est", la barra de búsqueda te despliega un menú instantáneo con sugerencias como "estación", "estrellas" y "estadística".</a:t>
            </a:r>
            <a:endParaRPr/>
          </a:p>
          <a:p>
            <a:pPr indent="-203200" lvl="0" marL="342900" rtl="0" algn="l">
              <a:lnSpc>
                <a:spcPct val="90000"/>
              </a:lnSpc>
              <a:spcBef>
                <a:spcPts val="0"/>
              </a:spcBef>
              <a:spcAft>
                <a:spcPts val="0"/>
              </a:spcAft>
              <a:buClr>
                <a:srgbClr val="595959"/>
              </a:buClr>
              <a:buSzPts val="2200"/>
              <a:buNone/>
            </a:pPr>
            <a:r>
              <a:t/>
            </a:r>
            <a:endParaRPr/>
          </a:p>
          <a:p>
            <a:pPr indent="-368300" lvl="0" marL="457200" rtl="0" algn="l">
              <a:lnSpc>
                <a:spcPct val="90000"/>
              </a:lnSpc>
              <a:spcBef>
                <a:spcPts val="0"/>
              </a:spcBef>
              <a:spcAft>
                <a:spcPts val="0"/>
              </a:spcAft>
              <a:buSzPts val="2200"/>
              <a:buChar char="•"/>
            </a:pPr>
            <a:r>
              <a:rPr lang="es-CO"/>
              <a:t>Un diccionario tradicional sufriría mucho aquí porque tendría que buscar en su contenido palabras que empiecen por "est".</a:t>
            </a:r>
            <a:endParaRPr/>
          </a:p>
          <a:p>
            <a:pPr indent="-368300" lvl="0" marL="457200" rtl="0" algn="l">
              <a:lnSpc>
                <a:spcPct val="90000"/>
              </a:lnSpc>
              <a:spcBef>
                <a:spcPts val="0"/>
              </a:spcBef>
              <a:spcAft>
                <a:spcPts val="0"/>
              </a:spcAft>
              <a:buSzPts val="2200"/>
              <a:buChar char="•"/>
            </a:pPr>
            <a:r>
              <a:rPr lang="es-CO"/>
              <a:t>En cambio, el Trie funciona como las ramas de un árbol: la raíz se ramifica en e -&gt; s -&gt; t. </a:t>
            </a:r>
            <a:endParaRPr/>
          </a:p>
          <a:p>
            <a:pPr indent="-368300" lvl="0" marL="457200" rtl="0" algn="l">
              <a:lnSpc>
                <a:spcPct val="90000"/>
              </a:lnSpc>
              <a:spcBef>
                <a:spcPts val="0"/>
              </a:spcBef>
              <a:spcAft>
                <a:spcPts val="0"/>
              </a:spcAft>
              <a:buSzPts val="2200"/>
              <a:buChar char="•"/>
            </a:pPr>
            <a:r>
              <a:rPr lang="es-CO"/>
              <a:t>Una vez el sistema llega al nodo de la t, simplemente explora todas las palabras que comparten ese mismo inicio, tardando milisegundos y dependiendo únicamente de la cantidad de letras que escribiste (O(L)), no de cuántos millones de palabras tenga guardadas Google.</a:t>
            </a:r>
            <a:endParaRPr/>
          </a:p>
        </p:txBody>
      </p:sp>
      <p:sp>
        <p:nvSpPr>
          <p:cNvPr id="174" name="Google Shape;174;p30"/>
          <p:cNvSpPr/>
          <p:nvPr/>
        </p:nvSpPr>
        <p:spPr>
          <a:xfrm>
            <a:off x="11433048" y="0"/>
            <a:ext cx="758952" cy="758952"/>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CO" sz="1800">
                <a:solidFill>
                  <a:schemeClr val="lt1"/>
                </a:solidFill>
              </a:rPr>
              <a:t>9</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nvSpPr>
        <p:spPr>
          <a:xfrm>
            <a:off x="1010816" y="0"/>
            <a:ext cx="10170367"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CO" sz="5400" u="none" cap="none" strike="noStrike">
                <a:solidFill>
                  <a:schemeClr val="lt1"/>
                </a:solidFill>
                <a:latin typeface="Arial"/>
                <a:ea typeface="Arial"/>
                <a:cs typeface="Arial"/>
                <a:sym typeface="Arial"/>
              </a:rPr>
              <a:t>Comparativa</a:t>
            </a:r>
            <a:endParaRPr/>
          </a:p>
        </p:txBody>
      </p:sp>
      <p:pic>
        <p:nvPicPr>
          <p:cNvPr id="180" name="Google Shape;180;p31" title="Captura de pantalla 2026-10-21 221658.png"/>
          <p:cNvPicPr preferRelativeResize="0"/>
          <p:nvPr/>
        </p:nvPicPr>
        <p:blipFill rotWithShape="1">
          <a:blip r:embed="rId3">
            <a:alphaModFix/>
          </a:blip>
          <a:srcRect b="100" l="0" r="0" t="90"/>
          <a:stretch/>
        </p:blipFill>
        <p:spPr>
          <a:xfrm>
            <a:off x="3276599" y="995362"/>
            <a:ext cx="6085711" cy="5253038"/>
          </a:xfrm>
          <a:prstGeom prst="rect">
            <a:avLst/>
          </a:prstGeom>
          <a:noFill/>
          <a:ln>
            <a:noFill/>
          </a:ln>
        </p:spPr>
      </p:pic>
      <p:sp>
        <p:nvSpPr>
          <p:cNvPr id="181" name="Google Shape;181;p31"/>
          <p:cNvSpPr/>
          <p:nvPr/>
        </p:nvSpPr>
        <p:spPr>
          <a:xfrm>
            <a:off x="11433048" y="0"/>
            <a:ext cx="758952" cy="758952"/>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CO" sz="1800">
                <a:solidFill>
                  <a:schemeClr val="lt1"/>
                </a:solidFill>
              </a:rPr>
              <a:t>10</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nvSpPr>
        <p:spPr>
          <a:xfrm>
            <a:off x="1010841" y="273600"/>
            <a:ext cx="10170300" cy="175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CO" sz="5400" u="none" cap="none" strike="noStrike">
                <a:solidFill>
                  <a:schemeClr val="lt1"/>
                </a:solidFill>
                <a:latin typeface="Arial"/>
                <a:ea typeface="Arial"/>
                <a:cs typeface="Arial"/>
                <a:sym typeface="Arial"/>
              </a:rPr>
              <a:t>Ventajas</a:t>
            </a:r>
            <a:r>
              <a:rPr b="1" lang="es-CO" sz="5400">
                <a:solidFill>
                  <a:schemeClr val="lt1"/>
                </a:solidFill>
              </a:rPr>
              <a:t> Y </a:t>
            </a:r>
            <a:r>
              <a:rPr b="1" i="0" lang="es-CO" sz="5400" u="none" cap="none" strike="noStrike">
                <a:solidFill>
                  <a:schemeClr val="lt1"/>
                </a:solidFill>
                <a:latin typeface="Arial"/>
                <a:ea typeface="Arial"/>
                <a:cs typeface="Arial"/>
                <a:sym typeface="Arial"/>
              </a:rPr>
              <a:t>Desventajas</a:t>
            </a:r>
            <a:endParaRPr/>
          </a:p>
          <a:p>
            <a:pPr indent="0" lvl="0" marL="0" marR="0" rtl="0" algn="ctr">
              <a:spcBef>
                <a:spcPts val="0"/>
              </a:spcBef>
              <a:spcAft>
                <a:spcPts val="0"/>
              </a:spcAft>
              <a:buNone/>
            </a:pPr>
            <a:r>
              <a:t/>
            </a:r>
            <a:endParaRPr b="1" i="0" sz="5400" u="none" cap="none" strike="noStrike">
              <a:solidFill>
                <a:schemeClr val="lt1"/>
              </a:solidFill>
              <a:latin typeface="Arial"/>
              <a:ea typeface="Arial"/>
              <a:cs typeface="Arial"/>
              <a:sym typeface="Arial"/>
            </a:endParaRPr>
          </a:p>
        </p:txBody>
      </p:sp>
      <p:pic>
        <p:nvPicPr>
          <p:cNvPr id="187" name="Google Shape;187;p32" title="Captura de pantalla 2026-10-21 221707.png"/>
          <p:cNvPicPr preferRelativeResize="0"/>
          <p:nvPr/>
        </p:nvPicPr>
        <p:blipFill rotWithShape="1">
          <a:blip r:embed="rId3">
            <a:alphaModFix/>
          </a:blip>
          <a:srcRect b="884" l="0" r="0" t="884"/>
          <a:stretch/>
        </p:blipFill>
        <p:spPr>
          <a:xfrm>
            <a:off x="1804652" y="1954794"/>
            <a:ext cx="9376510" cy="2948421"/>
          </a:xfrm>
          <a:prstGeom prst="rect">
            <a:avLst/>
          </a:prstGeom>
          <a:noFill/>
          <a:ln>
            <a:noFill/>
          </a:ln>
        </p:spPr>
      </p:pic>
      <p:sp>
        <p:nvSpPr>
          <p:cNvPr id="188" name="Google Shape;188;p32"/>
          <p:cNvSpPr/>
          <p:nvPr/>
        </p:nvSpPr>
        <p:spPr>
          <a:xfrm>
            <a:off x="11433048" y="0"/>
            <a:ext cx="758952" cy="758952"/>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CO" sz="1800">
                <a:solidFill>
                  <a:schemeClr val="lt1"/>
                </a:solidFill>
              </a:rPr>
              <a:t>11</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0" y="2712298"/>
            <a:ext cx="4521600" cy="14334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lang="es-CO" sz="5400"/>
              <a:t>Caso de </a:t>
            </a:r>
            <a:endParaRPr sz="5400"/>
          </a:p>
          <a:p>
            <a:pPr indent="0" lvl="0" marL="0" rtl="0" algn="ctr">
              <a:lnSpc>
                <a:spcPct val="90000"/>
              </a:lnSpc>
              <a:spcBef>
                <a:spcPts val="0"/>
              </a:spcBef>
              <a:spcAft>
                <a:spcPts val="0"/>
              </a:spcAft>
              <a:buClr>
                <a:schemeClr val="lt1"/>
              </a:buClr>
              <a:buSzPts val="5400"/>
              <a:buFont typeface="Arial"/>
              <a:buNone/>
            </a:pPr>
            <a:r>
              <a:rPr lang="es-CO" sz="5400"/>
              <a:t>Aplicación</a:t>
            </a:r>
            <a:endParaRPr sz="5400"/>
          </a:p>
        </p:txBody>
      </p:sp>
      <p:sp>
        <p:nvSpPr>
          <p:cNvPr id="194" name="Google Shape;194;p33"/>
          <p:cNvSpPr txBox="1"/>
          <p:nvPr>
            <p:ph idx="2" type="body"/>
          </p:nvPr>
        </p:nvSpPr>
        <p:spPr>
          <a:xfrm>
            <a:off x="4997125" y="1860950"/>
            <a:ext cx="6876900" cy="3227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s-CO"/>
              <a:t>Imaginemos que una pequeña frutería nos contrato para crearles un sistema para la caja registradora. </a:t>
            </a:r>
            <a:endParaRPr/>
          </a:p>
          <a:p>
            <a:pPr indent="0" lvl="0" marL="0" rtl="0" algn="l">
              <a:lnSpc>
                <a:spcPct val="90000"/>
              </a:lnSpc>
              <a:spcBef>
                <a:spcPts val="0"/>
              </a:spcBef>
              <a:spcAft>
                <a:spcPts val="0"/>
              </a:spcAft>
              <a:buNone/>
            </a:pPr>
            <a:r>
              <a:rPr lang="es-CO"/>
              <a:t>El cual debe cumplir con lo siguiente:</a:t>
            </a:r>
            <a:endParaRPr/>
          </a:p>
          <a:p>
            <a:pPr indent="0" lvl="0" marL="0" rtl="0" algn="l">
              <a:lnSpc>
                <a:spcPct val="90000"/>
              </a:lnSpc>
              <a:spcBef>
                <a:spcPts val="0"/>
              </a:spcBef>
              <a:spcAft>
                <a:spcPts val="0"/>
              </a:spcAft>
              <a:buNone/>
            </a:pPr>
            <a:r>
              <a:t/>
            </a:r>
            <a:endParaRPr/>
          </a:p>
          <a:p>
            <a:pPr indent="-368300" lvl="0" marL="457200" rtl="0" algn="l">
              <a:lnSpc>
                <a:spcPct val="90000"/>
              </a:lnSpc>
              <a:spcBef>
                <a:spcPts val="0"/>
              </a:spcBef>
              <a:spcAft>
                <a:spcPts val="0"/>
              </a:spcAft>
              <a:buSzPts val="2200"/>
              <a:buChar char="•"/>
            </a:pPr>
            <a:r>
              <a:rPr lang="es-CO"/>
              <a:t>Cuando se escribe las primeras letras de una fruta, el sistema debe mostrarte las sugerencias (autocompletado), y al elegir una, debe mostrar su precio de inmediato. </a:t>
            </a:r>
            <a:endParaRPr/>
          </a:p>
        </p:txBody>
      </p:sp>
      <p:sp>
        <p:nvSpPr>
          <p:cNvPr id="195" name="Google Shape;195;p33"/>
          <p:cNvSpPr/>
          <p:nvPr/>
        </p:nvSpPr>
        <p:spPr>
          <a:xfrm>
            <a:off x="11433048" y="0"/>
            <a:ext cx="759000" cy="759000"/>
          </a:xfrm>
          <a:prstGeom prst="ellipse">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CO" sz="1800">
                <a:solidFill>
                  <a:schemeClr val="lt1"/>
                </a:solidFill>
              </a:rPr>
              <a:t>9</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p:nvPr/>
        </p:nvSpPr>
        <p:spPr>
          <a:xfrm>
            <a:off x="1330467" y="2991484"/>
            <a:ext cx="9531065" cy="76944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s-CO" sz="4400" u="none" cap="none" strike="noStrike">
                <a:solidFill>
                  <a:schemeClr val="lt1"/>
                </a:solidFill>
                <a:latin typeface="Arial Black"/>
                <a:ea typeface="Arial Black"/>
                <a:cs typeface="Arial Black"/>
                <a:sym typeface="Arial Black"/>
              </a:rPr>
              <a:t>¡MUCHAS GRACIAS!</a:t>
            </a:r>
            <a:endParaRPr b="1" i="0" sz="4400" u="none" cap="none" strike="noStrike">
              <a:solidFill>
                <a:schemeClr val="dk1"/>
              </a:solidFill>
              <a:latin typeface="Arial Black"/>
              <a:ea typeface="Arial Black"/>
              <a:cs typeface="Arial Black"/>
              <a:sym typeface="Arial Black"/>
            </a:endParaRPr>
          </a:p>
        </p:txBody>
      </p:sp>
      <p:cxnSp>
        <p:nvCxnSpPr>
          <p:cNvPr id="201" name="Google Shape;201;p34"/>
          <p:cNvCxnSpPr/>
          <p:nvPr/>
        </p:nvCxnSpPr>
        <p:spPr>
          <a:xfrm>
            <a:off x="2959100" y="3866516"/>
            <a:ext cx="6337300" cy="0"/>
          </a:xfrm>
          <a:prstGeom prst="straightConnector1">
            <a:avLst/>
          </a:prstGeom>
          <a:noFill/>
          <a:ln cap="flat" cmpd="sng" w="28575">
            <a:solidFill>
              <a:srgbClr val="00B0F0"/>
            </a:solidFill>
            <a:prstDash val="solid"/>
            <a:miter lim="8000"/>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